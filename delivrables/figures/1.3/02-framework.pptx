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jvPT4+I6jaBe/4S4mXQWD3aYUG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2"/>
    <p:restoredTop sz="94658"/>
  </p:normalViewPr>
  <p:slideViewPr>
    <p:cSldViewPr snapToGrid="0">
      <p:cViewPr varScale="1">
        <p:scale>
          <a:sx n="83" d="100"/>
          <a:sy n="83" d="100"/>
        </p:scale>
        <p:origin x="2144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 descr="data:image/png;base64,iVBORw0KGgoAAAANSUhEUgAABTkAAAI8CAYAAAA6Ha9dAAAQAElEQVR4AezdCbx+0TcX/sdfqAyRMRERZShCyJzIPGeWOVNmChl+hmQmZSpDxhCJJJW5MoVIhERFGTOToviv9/O96/723d9znjM8873rvva6e58978/ZZ+211x6e/29Tf4VAIVAIFAKFQCFQCBQChUAhUAgUAoVAIXDfEaj2FQKFQCFwrxEoJee9fr3VuEKgECgECoFCoBAoBAqB+QhUzEKgECgECoFCoBAoBAqBa0WglJzX+uaq3oVAIVAInAOBKrMQKAQKgUKgECgECoFCoBAoBAqBQqAQuEAESsl54JdS2RUChUAhUAgUAoVAIVAIFAKFQCFQCBQChcD9R6BaWAgUApeFQCk5L+t9VG0KgUKgECgECoFCoBAoBAqB+4JAtaMQKAQKgUKgECgECoGTITBHyfmhUZvfXUDiR/SdRpzKc7OZgwGsdoIZgeLMySvjiB/JdhpxMv4cW/ydGUagOHPyyjjiR7KdRpyMP8cWf2eGESjOnLwyjviRbKcRJ+PPscXfmWEEijMnr4wjfiTbacTJ+HNs8XdmGIHizMkr44gfyXYacTL+HFv8nRlGoDh9XvwiaLWRvs9z17P4U4WJsyuPPkz8ynMcAfj0mO16Fn88t0ch4uzKownbjgPiP0o5/l+cPt2uZ/HHc3sUIs6uPPow8R+lHP8vTp9u17P447k9ChFnVx59mPiPUo7/F6dPt+tZ/PHcHoWIsyuPPkz8RynH/4vTp9v1LP54bo9CxNmVRx8m/qOU4//FWZNuLMeh/Pr822fxx/JKf3HaNFNu8TPtmC3OVD5tuPhjeaW/OG2aKbf4mXbMFmcqnzZc/LG80l+cNs2UW/xMO2aLM5VPGy7+WF7pL06bZsotfqYds8WZyqcNF38sr/QXp00z5RY/047Z4kzl04aLP5ZX+ovTpplyi59px2xxpvJpw8Ufyyv9xWnTTLnFz7RjtjhT+bTh4o/llf7itGm4+WX4Glt6+SwhaabKEqfyrPn7VB/QT6ovjSMAnykM23Dxx3N7FCJOm2bKLf6jlOP/xZnKpw0Xfzy3RyHitGmm3OI/Sjn+X5w+nw+do+Qcz7JCCoFjI1D5FwLnReAJ5y2+Si8ECoFC4GoRKP55ta+uKl4IFAJnRGBf3rlv+jM2vYouBDabTYFQCOyHwBNKybkfgJW6ECgECoFCoBAoBAqBQqAQKAQKgZMgUIUUAoVAIVAIFAKFwDgCc5SctoA+SWQxl8SP6DuNOHPzE0/8nRlGoDjiziXxI9lOI87c/MQTf2eGESiOuHNJ/Ei204gzNz/xxN+ZYQSKI+5cEj+S7TTizM1PPPF3ZhiB4og7l8SPZDuNOHPzE0/8nRlGoDjiziXxI9lOI87c/MQTf2eGESiOuHNJ/Ei204gzNz/xxN+ZYQSKI+5cEj+S7TTiZH47Iy4IbPPMvHfZ4k9lL86uPPow8SvPcQTg02O261n88dwehYizK48+TPxHKcf/i9On2/Us/nhuj0LE2ZVHHyb+o5Tj/8Xp0+16Fn88t0ch4uzKow3jFv9RyvH/4og7l8Qfz+1RiDhz8xNP/Ecpx/+LI+5cEn88t0ch4szNTzzxH6Uc/y+OuGg81vyQNj95TpH4U7mLM5VPGy5+5TmOAHxavKbc4o/n9ihEnKl82nDxH6Uc/y9Om2bKLf54bo9CxJnKpw0X/1HK8f/itGmm3OKP5/YoRJypfNpw8R+lHP8vTptmyi3+eG6PQsSZyqcNF/9RyvH/4rRpptzij+f2KEScqXzacPEfpRz/L06mGY+1LOTDInpS5j1lq0ck22nEmcqnDRd/Z4YRKE6bZsotfiTbacSZyqcNF39nhhEoTptmyi1+JNtpxJnKpw0Xf2eGEShOm2bKLX4k22nEmcqnDRd/Z4YRKE6bZsotfiTbacSZyqcNF39nhhEoTptmyi1+JNtpxJnKpw0Xf2eGEShOm2bKLX4k22nEmcqnDRd/Z4YRKE6bZsotfiTbacTJfG4jTik5JUq6TVSOQqAQuFYEqt4nRCB5J/uExVZRhUAhUAgUAoVAIVAIFAIPFAFyZ9IDhaCaXQgUAk9E4OG5ppSc7vRIenjoVIsLgUKgEFiPQPJO9vpcKmUhUAgUAoVAIVAIFAKFwHEQqFwLgUKgECgE7hUCU0rOe9XYakwhUAgUAoVAIVAIFAKFwHwEKmYhUAgUAoVAIVAIFAKFQCFwLQiUkvNa3lTVsxAoBC4RgapTIVAIFAKFQCFQCBQChUAhUAgUAoVAIVAIXAACR1ZyXkALqwqFQCFQCBQChUAhUAgUAteCQN4lx76WOlc9C4FCoBAoBLYI1L9CoBAoBM6LQCk5z4t/lV4IFAKXiUD+KiX7MmtYtSoECoFC4DIRwDeT1tTQPcZJa9JfdpqqXSFQCBQCwwgk32QPxyjfQqAQKAQKgTEE8M4tlZJzDKLyLwQKgYeMgB1ESQ8Zh5O3vQosBAqBq0cgeSf76htTDSgECoFC4EQI4JlJJyqyiikECoFC4N4gkPzzQ0vJeV3vtGo7jcCTRZQXDXqmoGsw11bfa8C06lgIPDQE8JEXi0b/yaAnCSpTCBQChUAhUAgUAoVAIXD9CFQLLhuB54rqfUnQ1wV9TdBbBJU5MwKl5Fz/Av5UJP0rQe8e9A5BzxB0CvPkUYiJ7JuF/TeDPifog4PeOOiFg35v0EM1LxUN/6Wg7w762aBPD7pkc231vWQsq25PROBJw/mSQX8t6G8H/f0gK1tvHvYfCjqG+XOR6VsFvU0Qd1hlToTAS0c5+N53hf39QZ8ddC3mD0ZFXyPotTp69Xh+iaCnCypTCBQC14mAxZdXiKr/9aC/E2Qs+oiwjRMHXIiOHDebF4//PR+Z8/z8ka5MIXDfECDzJd23tl1je54tKv0Xg/C+tw37TYPoEcI6mPk9kRN+O4fvvVDELXM4BF4ksqKHeaWwya90NOEsc04ESsm5HP3fF0k+JujfBX1K0CcH/d2glw86pqG4+IAo4FeDTGS/KGzPGOaHh9sKwveG/aNBGFxYD85o91M2rX7txn2Jzmur7yViWHV6IgL4+bvG448HfXsQPvVuYb91kPvtvjBs/MGiiLjxeBBDcfqNkdPnBll04eYXj2VOgMDrRBkt33uVeH6iuVyXMe0Honr/NOifdGQl/DvC7xeC/lUQ4TGsMoVAIXAFCBhf3ivq+d+DvinoI4OMTcaiDwq3ccI49SHhPpT5F5FRz0fmPFO8RtIyhcC9QoDMl3SvGnaFjXnaqLP5+ZeFjfdZiP4H4aZHOOTJm/ePPPHbOXyPziCilykE7i8CBJH727rDt4wi899HtnZImaCF8yTmuaMUEz07N58i3LuM1SIM7h9GpHbiG4/33vxG18Jf654fezyih0tvfybyt8Pqx8J2hD6sO+aS6nunYvVwlQhYHbZb5o/sqD2eYFHkr+6IszRoaBwZ8lua70OP/+wBwI8E/WLQ/wwiHIf1mLHw1Xr+Vvtwwe5nibpNKcNNAF424hHITQyqXwUYZQqBC0fg7aJ+nxi0a7emsYic9I4R7xDmD6zM5CGffloJWSUrBAqBBQhYzBk67UmPQMZZkNXOqM+xM/Ru4NPcfVz9ZGe+k5Pmuv8lchma64b35Zmq0f1HoCYM89/xx0dUKyTPE/Ypze+Pwig4HW0O5x3zu/H0f4KGzBuG5/sFPSRjlew/RoP/V9D3BX100LnMn46CnznICp67Op4z3L25pPr2davn60PAYsjcWlN0Pv3cyBXvLAg8Y5T6vEGObHtXfybcQ6bnI97tULxr96PEpzy59nZU/QuB+47AH+4a+PPx7BTB/w27N3Z59n5rnpWxJl2/SLQmj/uWptpTCBQCh0GAzsAu9sPkdrhc7LI/RG6OvVvMMtc1z0WHyLfyKAT2RmBKyWmVNWnvwq48A0dvDrniMheO942IzxrUGtveXzM8rAxZDXdH55Cg+D4Rpxc2w+veGrueXiBaBxNKRsdn4/FizbXV92KBvNCKJe9kn6KK//umkF8J+5OCXjfolYM+L6g37vb1jfT+9Xx9CPR85JqPX9q96kqYPxqvwVE7C3nhvDV2RNw+nMdRpRYChcAEAhaafbtfHPHcVWYSbMHm+eL5vwW1xgKOE0it3xq3OzmV1dK/7jJyZUsbzm1DQBetHguBQqAQOAgCHxe5uJs4rJMbc2CL5EP0cievTRVYCJwYgSklZ15azD5x1S6uOAKbSv3b+Ic5OIIczqMaR/kcjW8L+dZ48MMe7ixzjPH/xbN7zdxz1O9ysQvURDGibA1G957hMlF8l7ApOgiefy/cXx/0BUH9UVcXIzva+lkR9o+CxKXwfedwJ9lh0zNx+TiGJJ0719yX5Lglhc/YdnZ3yWnHB0beuWvJ9nv5EJb/cfirux9VCedjxvZ77XLnINxaJc6rRuys75jthy4i2h2ztB2OVsr/j93JZbPx4xr8kV9BFryrvsJbslr2l8PDHbD/PGx4eLdvFG7vOazHzL54PpbhpEdFaBHAN5Na/2O58QSLHXZ0vncU8lVBvmv3oLmjMx7vGDuM73gc6cGPy+AZvl0/1obvOKajf9ptjTf4kTD92wJFX4190/f5LfmW7KbMursD+WX6zG6eHb3OeO5FMpm/Cdpo61+IB+/mS8P2TrQZb3yneKbUC+vWwMCP2fWTbzjgH+jtI7ZL5sPaOKYJV3zP7n0Td/49PXV4uL8Tf8U/vjaeXW8grR+ti8dB4z3tw5cHMx3x/O3wp6z/r2HbkeqHs8J5ayhD4MCDnZhrg37Vj2fGD3FbWotD5qEO+ipe/M/C005a+PQ8P4JujR8DMI5SssDdIoTxmlL3NlLnMKa+ZfgpxxiK7zuyb7zVhgi6Y5bGv5O4HgqBAyJATnyeyM+PL1iUD+fW/Of4r++Hdcfgn3c8VjxQniqrJdd8tFn9j3how7ldKxTed8ya71UGS+VFaYb4q7HZfdpkbtdPOUnW/kCSMeVNIjF+8i/DxsfxihwTwqtMIVAInBmBV4zyyVxhbc2pF6B/PUr95RHKU6B2XtoQRT4nx/hBpEhyx5B7/XicOOKSUXOuK30bGT8jo6Kc67bheP1fCg88jSyUvy9ijh7eg0ae6kZ2pRuguyI7k4vkoSwJh2RCvFL6OXMNeaCej39DeH5F0EcFjekvIuiBmwtsvo5ygdW6yCqZcPllNAq2fnX4WBXGCDCTNn+Cj51arV+6KREpPPOZ/dL+3RCGS8CkaPzU8CMUUdqasP35eH6LIJPxsDYmjPIjBH5seJiQvX7Y4rpr6dPCnWTihfGE1+ap4p/709zN8Rnhlo6CT75+JAmT/O7wN9nHfMJ5azA993v8jfChpCTEOX4uH24709SdotdkPqLdMXataZd35UdX5JMRDC5Z3zFbuzL+2nbIQ/6tkkOe2s4fqR+/XfUVjrx/abwHE4d3D08MGx4UaHD0Q1SE8gi6Y/bF805mD+wBtknX0nTfFUHAj7X0dXbBee9HKDvSngAAEABJREFU+On9jvFsUcZ34dv1Y214KMGE0sZ3jDcQWPRvPzZjF19bj33TZ15rviXfVdbdncgWWnq+JX/tyHgEofyhHAKuyTelJiHRogReq814I+WuBTO8QD5ImX7MjrLUc5Id/XgB+szwTGWmX3OEK75CkMNDI/iOked/CJ+vDMIX8Q9CpWNU0uofJsowiih3zDn5yDffqcmjB4t/XH2/GBrPWlyl2QcH6Y1/PxgOfRUvfrVwkwtgbketRcTwujV2qVFUuOrGOPrmEQJ38Si55fVW4dcb71Z+dmErxxiK71NwGm/7RYul8fvyDv2cvJN96Lwrv8tHwNiCrw3VdOgOTDxyKO6p/dZ+r2vlRe3r+Su5H1+wwEPm9gOVFAt+D4DS2AScDGyhCj/B4/BxvOLrIkObGcIqc0kILKgLnpm0IFlFvTAE6FfIhFktm5K813y+FJuOAA8in5Nj/CASXUHWDz/56niwSC+Onan4pLaRRZ0kjeBbQ0bij8iktwHheIMgvO3zw8bTyEJ4Gtk65wQp30WUW6N+6kZ2JRerI9mZXCQPyk+Re5lw6VwDH/d7Jr3+Ah6vFwUo2zzLvHtoHhBRylwAAr6zLfkIL6A+V1EFH6vJSu7oPEWlrYS35XxPPFB2hTVqbE9vA1uFQX/c3kTZLqA2vp2hnk2WKebm9pHMm1Bmgj+VzmTfbjNlJWUenk0cCXFDuxTlrX4YmLhJbXp+7fOcFW47YaRDa9tBOSz9Lspy2vqJ3z9rO4ZqlaoPEz/Jzr1vjAfCbli3pk2zBs/bjB6gwy7ZpPvQ/J6XaNPYJFTYIanth/K186Tvq/zRC8Y/wktYt2bf9DJa+y35/qRPckUIoTCf06bMTDfb4gzbotLUlSGEOhPU5MVzeIi85/IRuz7xh6FdjfJBMDZRpnj23JKwfCboLeXLmXaN/ZsDiVKJ39ZLtF3jmfB9caCkpty0A19+PRmXKCHTn8BMeWwsSb/etiPTmE2xkWHutqJMb8fuDEv7j6cj7KXxI8nRTfJO9lRhFf5wEKCge4+uuXjs2vs0u6z2elz7vSrUN34ouZcCYEgRTIa18eA7o8ChU0fhvbGIYyPBpv6uFgE8M+lqG1EV35AFnBpKKChdUnZJv0uwnUT58a4i5tfpRbFHxshnu8d/Ih7myKkpo0b0jQ1aXx4Ouy3DGjQWci1s43VthFbWS17bhqfeoo0nfOlcQ95OUJHlpB+jIf3FWNzyPz0CyT+fMPUiT1+1KrFFoD/+1u/eaOOm226ddLMdhTSJ5p5DmIX7kxwDzPhWoOy0Qt+Vnje240CO0/zQzXPL+H4u/Ow6MTnE4B1BDK9bY4fK7cMOh18L7n+JXHS7YdhzyOT9pyJiS/F4xwhLj7XtsMIOr14Z7ggmfzTnPaqH+1j/BEdDflCJoOvHqNoyMHerXXO+6UPg2VSpnMdD4CA5O15rJbLNzI9AWDRp/U7lfoqmIDt+msetk6DT74TeBtz8W5N+7bdkRbdfWOoVmhSzrULKt+4Ys+omH/GtEt4Ij44tW4nmJw7Coy1EcNuN7wjl0I59/AP9ZET0DsPaaazC29WOP2REP7Th6I0d9z+dnje2Y0lW228eH7Pa1etT8BFK1bYSxhvYtH673MYz4fviQFFtHJNX0q+Fw7jiveYPqrQ4O41AqRPRtsY7s8tBm+C/9bz5Z4dC9mvfaptOfyB8v3rEpcDQJ1vl79L4kc3FGztGki6+slXBQQR8C/o7paadNpR3Pxwx8bqwtkY/tqNn+3Dmf2u/V9VOPs99KLnXOJJHSuWL8AjHPbnR0BjhhAC5X3hRIVAInB4Bi5fG9CzZ/LhfvM+wY9pkaXJeT+38nhznKqa2Hk5mkkedHqKczDA8yWkxzznXdcWQ55bIqCjnunZ+2ijWxqEbIEtbXBc3w1w5ZNzI5zl2ynl9XPwy/ebMNY7Bx7P8ss+AwByFyBmqNbPI+x+tV3L2E9IhBAhYvX87Ae/DMC0rTspyhNEdF46+tfFMyh2fRFY52sm5VWWMKpmUY3kmcHammBjaPeP4pgmLu0xbhih8aMW6LduW+GcODzuoHPkM561xX+jtw4Qj66NM5A63PoldV+m3th3uBMXQ4Zh5sV0FwB+ZqPLbRe4CJHS3cdzN5t0QYl8+Aiidw7o18LB9/9ZjwHEoPAeyLq8LReATol79yqijcOF9NuOXHe2IpHyyq/N3upr0R2C64M2S9Pt+S1a62/Lxu/b5tduHcDt24y6kcG5cteEYuJ20jtIQJi1GOGaIn4qTZEc2N+UlRQDlleckyi78A1GCDfH6jJu28tqV85+NADvgKTLdvYRn9AtjvTIvkjxmjs1H7BxQD+NHW7jxpn3u3UPjmTj74qAu7VF+d/vhxY6re6+U8hTbKdQbr1rljYmE8c8RdVcGwN97VjfkfbrGgLvd/eHZDlU7O/UrR7b0pfb7WBpfnpdOFkWTLr2uVb9hBOwct/P5b0WwCT8ZrFW+2e2Ox1mwjShnNft8ryq+Vl6UdojIzMYtGA6duLAgb/zEJ3s5kIJll8w/VF75FQLXhcBl15a8Yd6atXRqMRdC0+8UNlnBDvOezFPb8h3R7mUrPJtisuXZZFm7OKWVB1nUQq/nJMpR/ijnuuayeFXGMS6Q7WyQcsVcv+HJKdKMO2a7254c5G7QXUrRJXOFQ/PxsbqX/4kQKCXniYBeWYyJbps0J86tX+9ulYh92NAzwdN9lQQp90xQVtr51cZtt9i7O8lumgxvJ9D85GMCZ0t7z9TtZGl3c1rp78uSRxJlgImiFRiTV5OeDGNbZWIvJczWfSFtOhPJb2k8DtmOJtvZTitp7aT6lyKliXarYDZQ9AqKF4h4Y+ZYeI6VV/7nR4By3dGKtiYmlX3/b8OP7bYTz7G6b7spiLDiLrGbx62169temn7fb6lXclJG2r25rWj865WcbXyCIgEOP4mod0x/tzNF150IB3iAc5sNhYNdBemHl/d8lcIOb844vX1MPuLeOUdX8Tt3QLU7R/1is8lCX5/2eWg8E74vDu2P2MkPBn5EhRtxW2Dyg1GeKR5dkcCNKEDbsY+fKwTYSRYauSmi2UkmCu7tzF0Gdi0YhzN8afxMV/Y9ReBCmtUvrPXV8kM6Fm5NVPuwUz/v872qK/5+KLnXznuyHnnft92P1eRxyuEcP8mBJvLqkWQhP91lFwKFwOkQsDDR7pQ09veKwNPVZn5JTju1sV2JY0NN+tENuDszn5fYL9VF7nnamCzUJbt9dArtNePJwv+/CdsPA4X1mFk6V5ji463cRUbepb94rDLlcXoESsl5esyXlOgDbeNbGWmfh9x5r1sbZtdJ+5xuyg53ZORz2v8pHTe2VRL3FXk0obfCzI1cIszuyYQsfyjINn33mWL2PVNoJ7F9Hq2yQFi788XzUFv5T5EJaqtAtkPWbtWhdIdox1C+U35W4No4VphM8ls/7n53664V/GPhqR5Fl4eAo8d2jrU1c7zNr633OyfbOMd2O/5NmGjL6b9tCxFteOtemr79luSz9FuiwHJNhLRJuZvT0cEXT8+wLcb0u7gJQ3b9UdDhPY5timMBJ5Lcml288DbSQkff9q8ZSN/zECv32jUQdet1TD5i94NdVduCmn8W7xxr6semJspmbDwTZ18c+vRTk5Y+vmNj+lBLdtKqW1Lybsrv9vs07ru30ziu//QKjKXxs7yyC4FjImBR204dE1g7nHtFnLLxTj9+2S4a8T817fO9tnU9hLzoJFSbZz82mtj7UbKMY+HbGJXPbDycXVQIFAKnRYAiME8oklvIfaetwRNLs0jyBfHYkx2Z4X3HUBb2vKeNYMHehqPWb66756+Oz7eykFMqbV5OeO2a35uv91d5tOnTvXSukOnMP+x+dQK11V+QTzMO+xgyu3yLDoRAKTkPBOSRsul3frgrc6qofgLkmBxhcyhdd8/lbRQ/lkDxlx52qGCWmJJjc+nPHlpBsYolvbh2oThO404xR/v2Eb7cgabMfcgKeLs6JS/b7il/uFs6VjvaMsbc/aDgeNJQXPfrtf5z+kjGPwSemVfZl4WAHb1fFVVq76Rx/9lrhZ87/cK6KLNvX9yV/hDfUq/Ys4ADQKvJlJjciPKrrYtFHavOyLUBFJt2G+KpFJ/SHIsoCwlrbf5DfMQ40CrVxL8kPmKBTH924kDdxkg7hsL2xQGG8mjz7hcg2zDu3JXJjYx7dou11P+AUfYju/NNKKRrSR30H4reVkG6NH6bZ7kLgWMhYBJqMcg1DHbyPHsUZNemxYhw3hoKATvMbz3O4Njne83qHktehGOWMWbPiTOWtvzvJwIUNEn3s4WX1yrjvCvdsmYWJsl5xmvUn6oSzzVxNg9xH5rIrW8ZmfY0cF1VxNps3Bm/dXT/yId2jHfesx5tkOqVg35ropWFuPvMdumnxmS9Po+h51Y+HwonY9FfUMT2+gtXgQylKb8LRWBXJ1Jlx9iSPBedFoFeGUFBN1UDQmUbRx4YVOs35XZMxo8ptPEcvcOI2j5j8okRtPHcdem+tv4YuzrIt417arc2OJbelmsnqzvSWj/uc7ejP+rfKqvUL6l9H/ymGLg4RadBIHkn+zQlPirlucLyq4LtN6g/EbDs+orgB2W0vW3wmm+JsNjm8aLxYEGp57dtPPhbBOqPOkfSjR2fiPtY1LdbOUNttxptN5DwpHPxEZMyvJcS2X2hBGR3PPW7mbKec+x9cRg6dmsys6tsR8r7cIrRMaK4NBZlGr8OaWHQvYXpl7ZxzG5g43H6LY2f6couBE6JgF2IeGa/OOt+SXzolHVpy9r9vW42/Xfbf6941qXKvW07y/1wECB3Jj2cVp+3pU7APFlThecMtx+ZTPqceO7NF4WHDQmu7wjnWU2roG0rYp5JUdr6zXWb+/dxXbnR89T22c5TVxb16Y79jI87LWPhrS1LG+gv2K1/uS8cAR13VxUJzkm74lXYcRDod3L61bE/u6Mox9rcC9RGccdZ+zzH/UoRyapTWFvTrxK7eNjRwTbONmL880uaYd0ax+zU2zEeqyBr6nOb2Z4OP9pAAZTZYKLtL8elP/vQ7Zj61pTZ0o+3D+GGYViPmX6XWn9s6bEE5XEyBJJ3sk9VqGsY3G/Z3mlJgeXHxRyRPlU9LqmcQ3xLlGwt77LrDv+zSynbik9+dT6E/apB7XfrrkmKK3yQkkz6iDLbLOUhjhbhcW0BbX3S3zHpVsHgiFV791DGG7QP7OlokPuaCP12KO6zYp9V2xcH95b2St8hHLM8dt/nKCV9m2Pk/ivHxaRNchLCDlY/bNQfI6N4dd9uxmUvjS9NUSFwagR8j/11JeTDVjlw6jrt+70eWl48dfurvEKgENgfAXLh2lzIhWvTHiIdOdD98WN5UZhbdB4LT/9eTnXNGgVmhrPdkz8mC/Ffq1CV9z40xcfJpPvkX2lPjEDfGU9c/IMpzhFRvyDml3Zfb0Gr/eJZv3JgJcjFxpQZBvMAABAASURBVH02FJzutWhXIKSl2OvjTj23W+ftgnEHJ2WanSOO2Clfe0yG27zUQbz0MzGkXKEgyJVyk7MMP6Xt7qeegdmW3jNfdTpEO2AvryTb89M9x+6Fbr8gB/c2rXr2/ckOgzZOuR8OAu6wsYOzVeRTcL5jQGBlNKydxtFq34QfIHNnT5vPzoQXHniob6ndpanJHxf/KCvD2pr+qPpLbn2f+M8PSlBEWRHmO8ULex7iB4+WKgL6tjsqr+yW/Mpl+yxN8uvW/5rd2tTWfykOfXr3VLf5cePRrj7h7pU4rxyedmCGtdg4VWHx0iSjTdyPBxm2NH6mK7sQOBQCeF+70Nbm69g6pX7rZ0G/3dm+VmZu81zi3ud7JYddqty7BIOKWwgUAvshYD65ZmHWtXJ5ldC55HDyaXvS51sDilYGdYWRX0kP7zumjSNgaK7b81e7+cW9JDo0H7+ktj3YupSSc/6rpySzCyeJQqFN7bhNhrW7Ld1B5PJ1kx/KBjsyHHVs0465rRp8XheIgbjEHUNyMa7Jz8dGHJe3Wx0J561xh5njQbceMx2UmhnVRPy74uEDgtxl+YFh++VHRwhtxY/HW0MhSqmSHlamtN+zvuYeEDtTPJ+SrK65T6TdrUTR4NfiKHSTclfWIdrhTo+2jVam9A/HAV69DRhxf0f4t0e64OcHQtxt9ZQR9mJBduy1E2dltjvJIkqZB4QAPtD/gIMfe3Bs+v0Ch57clRvet8b36aiGY+12avvl29vAK3Yc6lvqlZw9JH04PtLG8e3m8wuHYwpf33NEuzUEUO+HMs1l9vjrbeCIg9K7DbLo5J4hR+3dk/S+EYjCujV45e3DPXHsiwPFYQvFm8eDhYCXCPvlg1yDIo5vLB43Lry3yMeN7E5wZA3mnhGe7r6uD48HO1jD2pr3jP/uLaToaces8L5jTKh4LI0vTVEhcEwELJRRXH5xFGI8cfWE45gWF/wQUSu3RJTNd/p3Q2TGtTLzTRaLrX2+V3z+EuXexSCcLkGVVAjcSwTsWqQMdH/2EA0tTIpvzp2/nXFIOZy+AM8dIidE8iXQX5ib5rNTSe4KdZQ+/dg2QZBluJN6OXVorkueyfhsC7bGBXNzz4iSUZlOvbwCjxNT8fETA36K4gjZpyjnPpTh+Jw7KJMwsLZdLh3PMDt6Mqxd4U0/KzXpnrJNSP1gSBsPk7Gi4j5M93j5pbF+19XPRQJpw1psekWZVXeTY1vZTeI+MnI0oXc0miI1d4/68R53gEbwraEgdQ+gVaqxo+G3kY/ksA3fLtQ2e9vu3cXpvSZ9fUSw++AQ7ehXrlxsr3/YnQvHKGqncUSyvwTae7C6RkEL1/6uvw+KHNesIkayMvcAgVZoyebYNaMfDRHFSrtQ0fOqJXwqy7tE+1Dfkl3S3z/SQEJhzzdNnNvoFjnwRxP6744AvCasUYOH+9bbCHgHgdGPGM1ZMPLeHZNv83DvJeU3JZndqK0iDd/6lDbyPXHvi4NfTO3fhYUACnTKTbthyVO5q8GdU8bJFj67F0wIXPfidINFLD9I9cER6W2CHpnN5vnCQZFN0eMdGT8teJoYRNCt+bYb19L4N8ku2tLWpIuuaFVuEAFKTLvOTVopPF318YMR0wSWLBTOW2MxoP2hrX4cEvHYY9E+3+sh5EVtLCoECoHrR4CiEz8Zo76F4pEF0r/nf/vwPlfP4blDZA6vTIpG9wlzJ5kbkBGNwe2JTXzdomzGY5MZ2Un4ez/XJX/58eKMY5OYcQHv/+Hw9ANN5FSLYhSyTgKE90lN8fGTwn2awgjlpynp+kuZs2smW0m4S3evoOTfMg3PuwijMeEhJO6K14ZR3tnRRbHY+s91221qFX4qvsnxW0ekTwpK098/6K6ll4nAdgdLPJ7U2AE1t8B8d/u2w12k7cDVlj/3KKhfHPXDJW3aIbddBHYVKXMo/N74nbAhFEFJJyx2r6Lsul6agW840xDO0s1ewqfEv2Q61LeUgmHfVrus++/dAlS/k55S2amAFvc+r3zO7zqfe3sOH1EnO3Z7BV2fl2cKWPeEOjrl+T7RvjhQONvFYLV/Fy4E9Qw3LlJI5zPbhMLCg4mAHfn8UHtUt71H9Rki0PhpPA/nrbEwZ5LAY2l8aY5NyTvZa8oy/iatSV9pzovA3Dt9LQ7ZFd3+wNa+MvPalq/9XpWnr7KTLkHuzbqUfV0I4JlJ11Xzqu0hENhHDs9F1jn1yPkCmY9MmmlslPmomwfX9Hz2jTstC7LtArt5J/kqw1s7ZVThftSnbxsZyOYdC/5ko0zbykPpdwq7+PgpUF5ZxoJkyT8/rJSc81Gz82Ju7Nx2Lr6j5e3uH8pKu/GEzSW7PRxPdkzcqseQ8sFEx44PDMg9je1kK8uxYpRMh5+JG7snd4eajKe/HUp2ENkxapdPrwAlpCaD+sJI5Fh+u2oTXhuTQwoCR8KTEWtHO/lu62OibWVF2iR1d8Q8n+3QSjd7rH3qaweNOLsIc8/892mHMtTNe6A48NxSvv+x+mZcwr673OBppSv904ap/iSO95O4Zvi+eGY+D9G2gpl0Le3vf7hkqt4EDn0w49kZnn2IUDLnHk9p5dN+q9LyE4aUkfl6HuJNvZ/vR1y0b3p57PstyQPhC31d8SrHlYW3pExHji06tf7cFqDs7KSs8oxaDD0juwHxYwpPz0n4a66gT+Fj0YqS7GsiMaVCWHcMrJXhSKkd4ncC4+FYfEQf0VeiiK3RfphtH2b8m2p3n8W+ODjG71gXntu/D33ALgTXuGS5/By7cs3LEP8Wz3cBcxMAz8gPL/mRMOOd55a02QkNY27WYWn8Nr9juZN3so9VRuV7uQg4+mhy7EeGhmrp23cs0z3D5Ms2ziFk5swPn02372WXHLj2e5W/cYGchi97TiKj7Sv3ku3lk3n24w9/PJyN8A1puIuuDwE8M2lu7SvedSBgztvKPMZzfKmt/Vo5XB7khnZOzW+MbKAS9qr+NeQqvFbms8s+58WiWaB3RQ83wnvG5rp52kQ8uztdWeJeejjw6wkelKZkqTasrQ8+TVZsw9MtPZkqn4d4Ze+n/hl/io/bGZvvC082jmXaOWVn3LKPi0Dyzw8tJed8oB0NpsibQ1YmMmdCnqPSViqQu9jGPtBMM2T7oKyuOJrmxy5saXe346tEZPeruXfv5cKNQYQ1aL4pfK2cuP/DdnG7MMPrjrHLxJ0a6flD4XDvp52C7oNz5PwVw681drk+S+NhMujuEZPm1w1/d9GJ4w4O9zFxqwO7nfxRgGpHhv1IpG0N4c39JXa3uL+jLVO8sfaZOMN+6t05wm77vLzQ2nZIi7TVe7JrhyISbt6Vo4/Cx+orLAlDVQ9HFp4uPN33SjkCW+9Sfxrb7bkvnlFcmStCwHc71cfbcP0Hf8om2sniKgwKMd+Xbz7DdtkmVOLnd+kb5pdpsp/7dp82PN8qqDfKxg/E8R1aTMk4+6bPfPb5ljIPCyZ2pfsW1VW74Ui4zDitLT4BEP+h8HJkGW/EBwh7eCvc5PfObcIbt4UX/srx7b9a+Lt7GZ9OwXMOPnZWvWakVVc8iZvAhofit8oYE46PxUf0EX1F+7WPu50ARHV3mjnt7jPYBwd5ufsaz/UDfI5UeZ/GN+/vzSKCo+hh3Rp9zo8FJv+2Y8I7N3Z7j74Hfu3dV/KgHBdmFyd+7727X0s/8mOC+kUWsjR+pnsgdjXzDAhY3HWFg2+azIrXWAAwOca78Pr3iHq18l88bo0x6RAys8xcKWE8wasdtZy6B3nN96ocRE7D28lmh5R7LYJkG/AECmTltfQW8YAH4eV4vA0P4VWmECgELggBCjo80XdK5sGX8Jy2imThNXK4PCwY4a2tnD/mJudLQx7PuuAz5Av+SXi0epLT2PK3sJrh7JzrPm880EnkXNcifXjdGvIXeYYOwwIXBatnV215houNWv1i0ZQMmgXMkQnhqw3aor3tXEM+u/i4uXabtt3QNqds+RedEIFScp4ObCvI6BAlUva5D/NrIzM/qNCuVofXTmMnj5WLscmkCTCmmJlgyBhBPrOTOXIjKxjuDuNOUo57xOxUsjLfbj+3+qEO4mR8NmZv4ivMYMCvJ21Xngk+dx8uT+nH2tfHn3qW39J2tHmqox1X7vvEBPt3Jf+59SX8uwOOckSdxjDK8g+BZ+ZV9n1E4PE2WTF1d5pFlcdDx330813fpe/fCuquBR5KNnFaBU6WuG/6zCftpd9SpmP7rqRXV3xoDlZ4/7dEYvcsUkqFc2sSN/nJd+s58A9f9O2779l9nv1K+Bx8ZKs8Y4ddnQS2XpgUpyf1Uj4+NcZz5Lvr/fd55nObrl2Bz/Ape267+3yUuxSHNg991d2q3qfxzZjWhg+5vWMKCztKjd3eY7uo1qdRhl3/+L33btFvDH9pl8aXpqgQOCYCeIfTR3iNnTyub7CDaM63jmeifetnPMGr8YoleS39XuVNniObHVrula827Bo/1RePFlddih42Are7mR42DBfXerKH75TsOMYH18rhaxqLR6sL/oJXDuWhzuQ7ccgZY3GceKWTGJrrtmnk5yi8a57IN+4196wubbx085+SQTMuPq+eu3ilNogz1l48dIyPSyOtOFlm2nPKzrhlnwCBUnLuAPmBBvlxjbbpdi1RepjMWb35uggkwIV1a4RhQrce5SgECoFCoBAoBAqBQqAQKAQKgUKgEDgpAu4XTDppwfehsGpDIVAIXD8CpeS8/nd46BZYZe/vw7B13vE5RxodO2p3etqN4kjQoetR+RUChUAhUAgUAoVAIVAIXA4CVZNCoBAoBAqBQqAQKAQuGoFScl706zlb5dzt9wFRuq3nYQ0ad2v4ISJ3b8w5qjeYSXkWAoVAIXB/EKiWFAKFQCFQCBQChUAhUAgUAoVAIVAInAuBKSXn7c+wn6uCVe5ZEHDH3EdHyS4Rdkeni4Rddu4HNPzKuwuI/fq6HyLadadYZNGYchYCDwuB4p8P631XawuBQqAQKAQKgUKgECgECoFCIBEouxA4AwJTSs66uPgML+XCivTjDC4S/vKo11cGfU+QC4jDKlMIFAI7ECj+uQOcCioECoFCoBAoBB46AtX+QqAQKAQKgUKgEDgsAlNKzsOWVrkVAoVAIXAdCJSC8jreU9XyfiNQrbtOBIp/Xud7q1oXAoXAeREo3nle/Kv0QqAQuG4EbnloKTmv+0VW7R80AtX4IyLwhMg7KZxlCoFCoBAoBGYikLyTPTNJRSsECoFC4MEjgGcmPXgwCoBCoBAYQqD8diCQ/PMJpeTcgVIFFQKFQCFQCBQChUAhUAicFIG6z/ikcFdhhcA9QqCaUggUAoVAIfDgESgl54PvAgVAIVAIFAKFQCFQCDwEBK6kjbfHja6kvlXNQqAQKAQKgUKgECgECoELQaCUnBfyIqoahUAhcHYEqgKFQCFQCBQChUAhUAgUAoVAIVAIFAKFQCFwpQgsUHJeaQtEHhq1AAAQAElEQVSr2oVAIVAIFAKFQCFQCBQChUAhUAgUAoVAIbAAgYpaCBQChcD1IVBKzut7Z1XjQqAQKAQKgUKgECgECoFzI1DlFwKFQCFweQjUvcaX906qRoVAIXBCBKaUnHUv0glfRhVVCBQC9wqBB88/79XbrMYUAoVAIVAIFAKFQCFw+QiU/Hn576hqWAgUAkdEYErJefsz7Eesw0PNutpdCBQC9xuB4p/3+/1W6wqBQqAQKAQKgUKgECgECoG5CFS8QqAQOAECU0rOE1ShiigECoFCoBAoBAqBQqAQKAQKgYeNQLW+ECgECoFCoBAoBAqB/RAoJed++FXqQqAQKAQKgULgNAhUKYVAIVAIFAKFQCFQCBQChUAhUAgUAqMIlJJzFJoKuDYEqr6FQCFQCBQChUAhcPUI1H1yV/8KqwGFQCFQCBQChcDxEagSCoEhBErJOYRK+RUChcBDR6B+mfKh94BqfyFQCKxFYF/+WfcZr0W+0hUCdxGop+tCYF/eeV2trdoWAoVAIXBYBG55aCk5Dwts5VYIFAL3A4HaSXQ/3mO1ohDYgUAFHQmB4p9HArayLQQKgXuNQPHOe/16q3GFQCFwZARueWgpOY+MdGVfCFwtAlXxQqAQKAQKgUKgECgECoFCoBAoBAqBQqAQuP8I3JMWlpLznrzIakYhUAgUAoVAIVAIFAKFQCFQCBQChcBxELiSXG93M11JfauahUAhUAgcFIFSch4UzsqsECgECoFCoBAoBAqBB4lANboQKAQKgULg/AjUvcbnfwdVg0KgEDgjAqXkPCP4VXQhUAg8JASqrYVAIVAIFAKFQCFQCBQChUAhUAgUAoVAIXAsBC5HyXmsFla+hUAhUAgUAoVAIVAIFAKFQCFQCBQChUAhcDkIVE0KgUKgEDgCAlNKzg+LMpPCWaYQKAQKgUJgJgLJO9kzk1S0QqAQKAQKgULgEQL1vxAoBAqBQqAQKAQKgUJgGQJTSs66uHgZnhW7ECgECoFEoPhnInEcu3ItBAqBQqAQKAQKgUKgECgECoFCoBAoBG4RmFJy3kYsx7UhUPUtBAqBPRAoBeUe4FXSQqAQeNAIFP980K+/Gl8IFAIrESjeuRK4SpYIlF0IPGgEbnloKTkfdD+oxhcChcAIAvXLlCPAlHchUAgUAhMIFP+cAKiCz4RAFVsIXDYCxTsv+/1U7QqBQuCyEbjloaXkvOwXVbUrBAqBQqAQKAROgkAVUghcCALuMU66kCpVNQqBQqAQKAQKgUKgECgErgGBUnJew1uqOl4CAlWHQqAQKAQKgUKgEDg+ArfHjY5fVJVQCBQChUAhUAgUAoXAIALleaUIlJLzSl9cVbsQKAQKgUKgECgECoFCoBAoBAqB8yBQpRYChUAhUAgUApeHQCk5L++dVI0KgUKgECgECoFC4NoRqPoXAoVAIVAIFAKFQCFQCBQChcBJESgl50nhrsIKgUIgESi7ECgECoFCoBAoBAqBQqAQKAQOikDeacw+aMaVWSFQCBQC+yBwqrRTSs66F+lUb6LKKQQKgfuGQPHP+/ZGqz2FQCFQCBQChUAhUAgcB4FD5Vry56GQrHwKgULgKhGYUnI+IVqVFM4yhUAhUAgUAjMRSN7JnpmkohUChUAhUAgMI1C+hUAhUAgUAoVAIVAIFAKFwG4EppScu1NXaCFQCBQChcBlIFC1KAQKgUKgECgECoFCoBAoBAqBQqAQKAQeMAIPRsn5gN9xNb0QKAQKgUKgECgECoFCoBAoBAqBQqAQeDAIVEMLgULgYSJQSs6H+d6r1YVAIVAIFAKFQCFQCFwiAnWf3GneSpVSCBQChUAhUAgUAoXAvUOglJz37pVWgwqBQuAACPhFyqQDZFdZXB8CVeNCoBBYiUDyTvaaLNxjnLQmfaUpBAqBQuAaEcAzk66x/lXnQqAQKATOiUDyzw8rJec5X8M1l111LwTuNwK1k+h+v99qXSFQCBwPgeKfx8O2ci4ECoH7i0Dxzvv7bu9Hy6oVhcBlI3DLQ0vJedkvqmpXCBQChUAhUAgUAoVAIVAIFAIXjkBVrxAoBAqBQqAQKATOj0ApOc//DqoGhUAhUAgUAoXAfUeg2lcIFAKFQCFQCBQCx0fgdjfT8YuqEgqBQqAQuDwESsl5ee+kavQgEahGFwKFQCFQCBQChUAhUAgUAoVAIbAXAnmnMXuvjCpxIVAIHBOByvtYCDxEJedTBphPE9Sap4qHpw4qUwgUAoVAIbAcgeKryzGrFIVAIXCZCDxpVOvpgn5PUJohvwwruxAoBI6BQOV5rQiUTHitb67qXQjcEwQempLz3eK9/XrQrwQ9YxDz3vHv14L4EWrDWaYQuHgEXjFqaIX2bcL+g0FlCoFzIVB89VzIV7lzEHjmiPQOQR8Z9JpB98ZUQ46CwB+IXH8k6BeDPjmIMcb+WDj4fXzYZQqBfRC4dvntTaPxPxX0C0H/NujUZh+e/uRR2R8N+s2gXwr6i0FlDotAyYSHxbNyu4vAPt//3ZzO9/SdUTT++dNh46dhndQYg1xp8X5RaurDwjnL/JWIRWeGh2pHPF6mmVJyflhUOymcV23+eNT+Y4OYfx3/fj7o+YP+ZhDzTfHPgBfW5m3j378I+pc76C0jrEwhcA4Eni0K/YYgDOpzwn7PoDJ3EbiEp+Sd7EuozzHqMJevPlMU/iVBu3jqV0f47w0qUwgcEoG/EZn93aC/HvRlQb8/qEwhMIbA34qA5w5i/pF/QZSdzxE2k34lJ0KjaCkC90F+8338oWg45f+Lhn1qsw9Pf4qo7B8LIms8bdj5XYezzAEQKJnwACBWFjsR2Of735nxCQPxTfzzWaJM/Cisk5lnjZLoEGyU+uhwW5QIa7Z5rojpRDQeSo8WjxdlbiszpeSkREm6TXSFDu383Ki3FxLWhsDq6BE/Ax6/v+3fDb1/2H8h6JV3EC14BJ/E6IAUtHaiPN9JSqxCzonAC0bhmLh3/s7h7k3PEEtI6xG6jOfknezLqNFha7GEr75SFP3GQbt4ql12BvyIdnTzJ6OEXd9YBJe5EgSmxsfnadpBBrALoPEqZyFwi8Crh+utg5gfiH/fGPRaQW8RxHxf/LNIHtbm0uTEKblBnYvOj8Ch5beH+N538fSHiMeCXn3UqNcsEwJmSpYQp+j8COz6/tfU7qG99xY/ePU6hHuDB4akgfedCK0vedPInwj7K4Mc8/0zYTP/Jf7ZRRTW1szB5f9tYx7/35NEERSwfzVsO1FeP+wy9xuBN4zmfWCQd+7dh/OO+Y54+tkg5pfj31cFlTksAhSTSYfN+f7kNsVX/2s0NfnqHJ4a0Ten4quOqO36xtSl6PIRmDM+2r35v6IpvxtEQWW8D2eZIyKQvJN9xGIOmvWTbjabT2lyNPa6k/PvdH75OIennYqfqdOU3CBO0fkROLT89hDfe8q8Qzz92vHAM5PO31uX1eCaZcI5ssQyNCr2sRA4pEz3EN+7I+ZjOoT7gEfyzw+dI6Qdq5OeMt83awr7Z+EmeL552Gm+Nhy/EzRkfjw8X3uA7vMR1GhumQtG4H9H3Rx5clzo6cP9FUFlDouAbfxJh835SnMbqPYUX8Vrx/jqJ0Z+PV+1e/4nw79MIXBIBD41MnMs0Z3bLxfuMsdHIHkn+/ilHaaEPxvZ/NGgNP8kHC8d1O5y+KfxPGRKThxCpfyGECj5bQiVZX6fFNHdnXsfeTqemRTNvCpTMuFVva6rrWzJdPu9uvs+BiX/fMJDUXI+Z9MfKDg9Dvnx78nFsHYj9WRHaMZlv3j8o/i0S/TfhPtbgj4vyIWyYzg/VYS/a9DfC3InKKH6A8Kdx+nsNvrgeG6NY5/8UCuQi+MI/huFwz2j6uvOhU+L53cPcvdDWHeM3a0u0Ud/KkLcrfAPwv7WoHb3QjxuTA7tcvjn8fCvgr44yI85/L6w5xp3tbg/8rMjAXz+YdgfHqRNYd0xMLNzlTDzPhHi2Y9Ewcl9qSYf4T1oxM2073ET40+H/elB0n952PLqj8a26abKdB+FVUtt+brI79uCTIA+Kux2UhSPd8yud+7ewg+K2H8uKI2dJN41Uh5/Ky3a9dfiwRUGzxt2b3aV08f1Dv9yeBo4Eh8rIbnTOYLuGG23y1RfsTPK+9CHXvhOrHq47wgM8dAhvyEc8CY8qiXfURtXP9Pnj/GN4WdZlu/e94WUl/5pn4pvZXnstbz84yLxFC+PKHdMjgOux3iBCHGk28XixqNvjmc8+NXD7k2mmyrzGO9RXYyP+CV3Et7pPaIcH18kAj8iiOBjzArnY+Zlwsf1BcZvR5Q/K56H2ryUV0Y2Bxk75fOQiCyVdKp2t7xLmWTFIT9hPR1TTlTWrv45V26QT9KxeBq+uo+cuIZXzC1T3kvkliUYJa7sXe9K+JT8Nncusea9y/tDohLulcXnzA/eMZ7x/LAeM67zwjPd/W4scNWXxYDHIu7wsMBEzjeOmJs8exf3heLZ2CP8XcLdm7cKD4uiZMyXDTeDp5PxW56+Bg95IeOeu+m+Ph7MS/wYx1OHu8wyBFp+iX9KPeTHv6dzyYTqMVeWEBe18hkZVt19S1Nz7Tmy0hIepS49+caNnWSZObqIJXxxLq9Vp6UYSYPmzF19/2MynfaQ4+fMG5a+9zXyn7s31ZXuxIak94pGyies2caVOZ8QsfHBod+Doc/AP/GwPxHxWvNH4gHfFY73ey9jY9BSPCLrrZHn24frC4PoEIwTZPF4PK8xuTtvDU5T+m81xfz6jbv1+7UbvzWWl0vJY/uvDvQ6kQkFHGagM1IECSMsRNCtEf4f4okykYLpFcKtI+uMftnzD8czwQCzCuetEY8/shMqAyi6KCe/NDwoSt1v595QdzrqcP8x/F83qDWOdVDmIUc3vz0CKWVfKmzKV20L5+Yz4x+lpInvq4SboPEmYfsxB+nCudPoZ+8bMf59kA/Nhf3ar3yTUcoNSlOrshFla54y/lPgUYr6cDEsH7n22/H1qhE+Ztq08jAR/q6I/E5B0r9B2PKimHSBejxuTZtuV5kmv/89Uvz9IG2hpCX4vUY8u6frP4UNn7DuGG3e9c7VDTOEb5vQu0aw428QIPBhlsrTb/gnTZWjb2Vcyt9/Fw8U7QRMdYAP4VF/MPGP4FtDgeK4J6FUXyHQex/6kF/ZXMq8bzMux9Uh0PLQQ/PVY39j+nkCjj/5vlB+Y8L4n5JvKRPtw8vVF0/27fo+e14u/57wYd8v4Rrfxw8oKvCVl4/IePDXhN2PRZluV5nHeo94mPeFomq35s+Hix/K8dGpDZNW/BLfjyi3xuTe5MTCHdyM34Szt4sY2mxSEs6tWcorJdp37JTHQySLbEmnan/LzxyDdcVB62dXOr819SFLrZET5/RPvGyO3KDex+RpA319Qw6aKyeu4RVzy1wit6zBCLZz3pV4Y/Lb0j6y5L0/WRRsbmFcwMdde4XPmR98RoR9T5C7LMO6Nc8YLopQa5t1BgAAEABJREFU78/1XsYCShwL2xSjETzLOHFEzjeOmJuY77QJ+Rl7hFtox9sznDypfLzbGEXWFDbE05fgIY8kCpHvjgdjhPHDuEb+d61AbjiJ4DIzEGj55bXIhPobeQG1TdQX+KGUJYQfSz5bwqPUo6el/EP6JWXO5bXyXYORdHPnrkPfv/RLxxDvFkmbNPbe18h/+CY9Ax0E3cnrRSEUlebK3lc8zjLuBKfIxAfN1dsfz6TUJNfin3iYeG2mZFk8VjgdlXLHxiBYoDb9GB4ZR170Q/qH94IPGycsGLEz3llsg/lZCj5xoTTMXpyVP7+cqXgvnp+X7+4lfmvIr1TlwJvpCcjpZr9Y/DMRDGtrniH+W2VpV7jC69Y4hqHj2lJ86zngyHArjiZpLzEQJ70M1lYo+0vPM9wOUCsg+WwVTjsIQ/BL/58PByXsb4fNtIpJz0Ok7SaLvaK3jUsY9vG3fum2m5Egks/sLJ97F1FcmgD4sPt4dvp8Qe9587yrTEpAmN9E3cAp3ewnj3+EtRbPOe8832ckHzRT4RLNKUffElc/82vX+awdPyPghmBm4k/ou/HaWKnJXcEmfT8UAT8XxBCkMTzuovuPAL6Ahx6Dr17CN3ZcvjXcP/CVY/Hy4RLv+loIGvtxOwJSP9Zl6rHx41jvEc+a4odT4eqOv5noW9n23JPdqvzW8MpDjJ3KLjoNAnYumyDgafothSY5rfWb06eGartGTpTPnP45Vac2/Fg87RB9Heb4n3Yj8gg7qZerlpS5RG5Zi9Gcd5VtGbKX9pH2vQ7l14ZTIprr5JzvVyPBbwSlyVNcGc6fDGuRjLslcqHrklq/XW7zBfOGjNOPISbFGca2aYCNlN/OGyge+Q9R294l4ZS7FNR9Gpj49nv/eh5H4BplwiWyBP50LPlsCY8aegNL+Yc85pa5hNeuxWjJ3FXdh2jpGDKXZ6yR/+wOtznLuNXXFc/p/XY9W1jKcPyQMjifLValm+3HXdlJNrul+3vD0S5ExOMdMxePO4niwca+sO4YY4mTra7UuxNwygeVOGV55yqLJt3ONICnEsc2bn5W7PIC1qH6PVd42tXSkt2XedT5lyL8/wRZCXSsgjKREGCLsiNMEbQ1bUckRLfKQbs9DeavFjHtagxr4wdlHEk2Ads0f45Em4haSXXsWhDhRbncyKW8jg5beZA3P0QJZTWXe4zseHRUTz0osdp62w1KuDEoKI8AYLfLWF78rQYT/riRdtlhRNlqYuyZP7Lz1a8ebzwM0G+GH6Zh2/cPhnuJsfuQYttKh/eVae3AtJqVz709VKY+RECkHKfAttpMmWpHUKanCGzznfPO/0ckdjRI+8J5a7xv1Ct6byM0jjnlJOaUUwYWyU3oMCqr7ib23jV/ZOWfLW77frwvgqC+YPep3aW+B3GL7j8C+/BVu4Zbnspt1TNRO/Y31vMt3xfKb+xcfOuYvDyxnWNbLXa/lqMnbXwYtc+9ux8/jvUe8TDjY18fx8b4teNjX8d8dq0IhUY+/2I4rES7psNVIL8Sz8oJa7OUV0qza+y0wm0sF6/oMhAg4NvJTS78xzdVMv6nH4Xnjfdj1jHkxLn90267OXLDMXnarr4+R04E6FJeMbfMJXLLWozmvivtHCOyE9l07lxi7nt3jNuJnyzXaS/tJOvZLZ3+ZDvHFT074URhwI3sysNvvcv/xmMBmUf43YNMQmZ2hN1zyo/cSe0k3S6i9PctanM+97awOd9Bn84z2dtuK996q1x/Y4FFsxG4RpnQGK9vkxvahg7JEseSz8wXfX9Zfj+3orvAHzJ8yBa+hH9M8cW2zF28tpdl1mJ0O3e9aRzdxZBe5CZ40Fo6hsx972vkPwtL7eK5OYcdmV80WPPdnn7foI3R8sj23Yhj8xz9Cje9RLv5TR34j9FcPIbSuwLFaV8bnzLcjlMnwvL55PZDUXLuAywttBfXkiN9FEHyNfhjFiZGnx8edrUZJB35S0E5vDd2DbJRe2zc8WUd3zESyi2rnBSk0tPeO6ohTZKVTH4moalEpbzLcEelDcyOhn9feP6loB8OSiP/dPe2nQyUfo6TULgKt2rARlaK8oPBUAkE/ccnXkuEpnZHI+y+JCL8WBBlLFzDuTX6YyvUbD1v/ll9UHcrhermg7oJmrT+c8RQb/cKOWbt6Ex43Zp25fjWMxxjZZoEeecYgmM+BhZKwl6BvOad2/JtK3sUvzX/N/5738hxt3jcaeb2LZlQYrCRo/f6ILfrFVwfwI3s7MKs+hUp7wMTFceiAaauvp6LCoFdCLjawbffku8p0xz7G/PdZln6rO8L5Td2Lr51TF6e7Z2yHYmhJMQDCCjGtEwzxiuFD40fx3yPxkfjoLKTKGW9R/45PmZYbzs+1O7gMUEmWFMyOHnwPJHAeBXWZimvlGbX2GmhtJ34i190vQgcQ06c2z/JoHPkhmPytF19fY6c6M0v5RVzy1wit6zFaO670s4x8h7JlbvmEtKmXCn+nPeOh9tdJa25CaUE2dY1XRQZZFdhyNyDbXwmj3MjaSzqe5cWtG0a4D+X2nmCTSC5u6ifoMvPGJPKgYzHnxKTopN7iObi0afVFsoUV1tR4raLGeY8WZc+3aU/25yQdOl1VT99rpUHuU8lE86VJY4ln03xKEo2ciqcxkj/X8I/lpS5i9f2ssxajJbMXccwWDqGzH3va+S/9ooDOgi7YSk46Xt6HcRYe9LfDxu2epxUcuJNrhHJeGlnOF5tc1v6Ty2sz8Uj80vbKS9jp41eTuWmP9t1EOyzUDuIDVXAKl/SUPhD9muPS2MuOpJjF5RwGJJJUgoMcLLbj+04rxVUbmQ3JsGDO4mCs/fLsN62jdpKbfo7kt6mtYraDtrit7tIMx2hxy4mx9TTj90q3Ky+2qpPGSauNouzi9zNkeHyptjMZzZFcFvfFOCEteReUYq01m+u251D7XEZmLdpxz7CsTINNnZ9uECdQtlA7O5Ku0TbfI/1ztsyWveSvkVp2bbb9ndH95MIxm3e3stPhYe7SMPaGquNVsAda3JJ/9az/t0ikLyTfetZjlEEWp469o3ZYddmcKxv7Bx8C28+Ji9vcRtzG8vyShdx7Fi3+MaNTJYRd0tj48cJ32NbnVluSsyMqP5flQ83tjHDrqU1vFIW+46d8ii6bgRanubbIjPNkRO1em7/FHcOHZOnHaKvj/GKMblqbplL5Ja1GB3qXS3tI3Pee1s3k2L3t6Wc52RUOw+0I1mefqyCjbwXuz+50U/GPxsGwpptLB7KJxPkJNy3kH5pOxlkV5vNEXZ9pv/ULqSMt9Qmv/5Ek8giVz76XtUjn6/JJncmXVO927q2/FP/GZp3nUomPKZ8toRHtfj07jH+4WRnxk2ZeUmZc3ntWoyWzF2zHUP20j4ylEfvt0b+055Wz0LvQcbMvOkL6EPyeY7d8j/80WliO+HbOUPmk/y13TRml2u7uSPj7mvrc64EzHy+PxxtWynew+s8ph3chmpAK540FP4Q/Azodni0ZKejXxrM9tPQ/3Q82EViZdWKoGNwjouH9x2T24jTk5Io3WvsPr9WCZX59TtafBwZlrZOaXdmPqf9ueHQrrBujV2sdv7pzK1QeBuhcbT1M2lUThO8sTLbriQP1U38XVcKCF9C3mkbn/K2fU73WJl2L/pFPYKRXamUAo7kv1sm7OwWA0H7vnN5DNF4OY/HJswSeDME07TClOQX+jKM7Y5Sth1eBA1uZFBz9NjxdryCX9EjBOCR9Min/icC+EfLU7ntosjwsW/MjpKM09pL+n6bbszd5ncqvtWWqV6H5uXyXEM9Hxzil/j60Phx7ve4q73t5N9uVQLyUPy1vHLfsXOoLuV3mQiQKfCwlvaRE7Vybv8Udw61/OXQPO0QfX2MV4zJVUvKnCu3rMXoUO9qyVxizjsXp22T55Tx0m53s6ec1yo58cZWRpfHUnIk2FHmTGcSTv5MJaf8200Mwu1Qsusz07ST/PQ7hu2+0jbfqXlyG7fc6xG4JplQKw8tn83lUcoeozH+0S4WtGnnljmX1/a8Zi5Gfbq1c+SxMWRs3tBiMeZeI/+1/FO+douz96Ge/9nx3u6E9/samb8d8Hgne7N55OvkULuh7JHvcf47JZA5n5V/nrXwRODCbdpvisuW3Flph4uqv0z8o+hyXCmcW/Oj8d+ATvEZzjum72Q+yjsRFj44Kt0maQWW9O+3pRM4MmzKNvFzLNkvc9nV0sZ3N6edo61f727rN1Q3go7V0ky3pG6ZZqltlaVN0ws1bdiQ207Q12wC3N1m96133njfOg/9zm8z7hxLyqGUaJPbTm/H1hA5+ulaBfEdO3KcynUB+gY/hJdYNW6PHPAvKgSGEPANtTyV21GJjCt86Bv71ozQ2Uv6fpd08PEcfKstU6WG+OU+vFyea6gvcwm/PPd73NXets/sGod7Xmlxa4hP8mt5Jf64z9i5q+4VdlkIHFpO1Lq5/VPcOdTylyHeso8sdoi+PsYrxuSqJWXOlVvWYnSId7V0LjHnnYvT8y98aohMou1qlAa2bJQ7v7j3Iflnend+Os6Zu3yM6zYOZDglZ7sLifyJ72b4weyBjNp3ORBcXkdCwPdPDmzpUmVCEAzx0F5WWjKfncujlD1Eu/jHkLJRHnPLxA/myDIt/5T/XIz6b26XPCbfMdKHlswbxvJp/Xv+iQ8N8U9+Kf/Bq83jEDzUIlAre+ORrZLTdXkZbvORK1TaHbxTR9Xb+u7r7t/nvvmtTk8xsTpxJdwi8IbxP5V0lF0vEs92N/oRF0dC4vGOcbdC6zG2wtLGad39x9Ln1x6Rz3Stn63FQ8rXjDtk+2Ad3baigYFQ4ma8FwpHv2oRXremrZ8dQPK4DQyHXxlrB4Y27wg+iHEpfJuReyraZ0yrfd7ldkE05pFxDMiO18DYykr6t3aLAf8l79xqTIuP9GO0pJz/Gpm4yiCsrfEre+46HSKrfW3cH4gU7t+Aq37RMjSCawSXKQRWI7DrGzOwD2W8pO/36Ye+sTa/U/Gttkx1xFPYLbV+a3h5m9eQG69pr1MRp+WXhCjjHP8pOvV7VJ9+fOQ3Ri3ejhaZeA/F7Xmlo5pDfJJfzyv3GTuH6nJKvyrrcAgslROVPLd/itvTOXjaPn19F68Yk6u0eUmZc+SWFvMlfL9Nt4uXqPMYrekjfV5D79399xnPhP114gGv6ols//URxrQ7qbSn3akq3PVF7CXUKjmlMylnI6fF2p1Irk9SP2GoT8tvDg3hMSddxbksBHbxh2PIhFrfyxLtNy68lcU8o9ZvjXw2h0cpZ4h28Q93jQ+l4Te3zDm8di1Gfbolc2RtQGv6iHQ99e99jfzX8k/5+00QdhKdyVL9m6sbWh5J6Zw74W26sxiIj2YZ+GuWge9/XQYstHs8FiY/b/QE4Ly1uO7S7WbMFlgt+d6bB5PFoePqtvFa9b+JtnmjcPixn7C25lXjv111joSHc0OB1Fu4858AABAASURBVB4P5u+9WXUX7piHo1LcyHb1VntP2doqnvz6rXhzCbPJ+xYpuggbfmCmTe/Oiva5dbeX5fJ3EXbWnXLY3RT8k9q7P9JvX9txp/eJTOBmF6c6xOOtWfJL7bDI+ssA08nVK++GX09L37l3mnkoK/sHd/oP2UvKwfTanbmO1hkk+nyttOcVAi6f1pf0bfHc6WKHrx+58ox29QXh94SqGUdE4BK+sXPwLd/9MXn5nFfm2/YDD4Qw8V24buGOG10ar5waH9V5jPxIXxv2MfFgTAprY2LvB4z8mNIaXimPfcdOeTxUciog6T5gsFRO1Oa5/VNchH+wEVmhlxuOydP27etreP7cMpfILWsxWvquvKOe1vQReUy993bjAP7uh+Wka4ls7Acm9Rv+P+JfQykzC3//8H/boKXG2NHKnO6TyzxMzsmReTWKibXNIhm+ZBfSFB6ZZ9nXg8Aa/rBkPgSJKVlCvzqWfLaER6nrEC3lH0vKnMtr12K09F0NtX9NH5HP1HtfI/9ROraKzteLglIfZIHIHcV4aXgvMvQvmcC8POfsdnlSgso3w21AS7ffUoFxPu+yp/DYlfbiwgxsh6/Uw8qxFSBeIJruFwjfOexvCRpbYfJrZBG8NRiNuJR7BCz3JthRkp1XpHanoSMcVj3ck5O/YvbxIt2Qbd62+JucEQy+Ifzznp1wbtwdyZ5LJhruW3SUxA/saJs7RzO9OzUpZfO5t784PNqP3T1A7vK0smQFidIsomyND9THuH048D8Y2cGqLslsFEGYW7LC0b5v6Ql/fgXQBNm74zdES955+77lpX4ws6LkeRctKcddopmXHyHynvm56N8PZ+lHhE6/qCmeezv9OIedAdqr/wlrmaljReJeO3mvSdfelmur/yV8Y+fiW/hUvq9D8/LMd8omLLtDyDjj1yDb+J/SPky4T/EeVaHll0PjozhD5B2391W/QUTSbkcnTcbdr5i7WvHFCN6aObxSxH3HTnlcKyXvZK9pQ95lzF6T/tLStN/CXDlxSf/U3vY78NzLDfIj/whDh5TF9u3rLT7qpt9MyVVzy1wit6zFSLq5vET7hqjFYG4fkc/Ue3eE0wYMcdFHxz+TZb+Ii5w40y/If6lYdA2ViXpE3Zo3jf/iqKNfZI/HVcbx2D6hybcf+zG5tmmgD4frd/SeO56n8NiR9CKC9P2ki6jQokocJ7J+1+YMnyn+IP6S+ZD4bd8ZkiWOJZ8t4VHqOUQtRnP4x5Iy5/Ja9VqL0dJ3payW2vbzn9tHxJ1672vkP3fMyhtZtKHjca3dD4UHGTusxYaOAZ/sE1ok4keHwu4Jv+/9dj1P4bEr7SWEefdbKiXn/q+DcNP+SpZdg58W2Y7t6ougjQ+mVQzaPeKeQysRm5u/3B3o0f2H7CTHhO2wy/suPj0CCAlhbY3diq8VrtcIokQNa2swn2/fuub/s0VdP3GURb21DQPNHD42HOKENWgoQf2gSBvHEXVCUwpUElohsyuQ+1jkV8jaX0r03ih9h5jGWB3+ZwS4eyOsrbEabeLvF/5arLeBzT/YzX3nJicEv0yufxiQ5uySXFKOd4npZjmO3VNkE4L9cJY7Xrx7JE6+w2eLB+11N613litSlMgtY49oV2sM6klX24grrfglfGPn4lvH5OVLuoNv3opzm8YYY/Lb+u1yn+I9Kn9qfBRniBy97/k/BeZLReSnDmLyFMVSXiktfgnHtWOnPK6Vkneyr7UNh6z3Vk5sMpwjJy7pn7KekhuOydP27etreMXcMsWDzxy5ZS1GS9+V+vS0po/IY+q9211l9yZ5V3z06vFvOwkMm7LbrqBwbvArtvaQ7bmTnjUcNmCEtWknwZ7n0tBk2y6kfEdDk3Tydlv3qbKm8JhKf+5wPDPp3HW5lPLX8Ad1XzIfEn9KljiWfJb9fw6PUs8hWso/lpQpLt4wR5ZZi9HSd9VjsLaPyGfqva+R/+BgYUj+yGYzG6xST4Av819CNh19z0CCVHLamNDqGTKqDW/pnmNP4TEnj3PGSf75oTrtOStyqWX75cmsm1XEdA/Zdn28ZQRQ8IR1a+wEoWi01ZlnuyqqczsC6BfLWmWmeD7UDwpHdtpwbiidvoyjIUzHigAv25RNzAgt/X1pjpjbIUrh2R8zby9Fbt3yTLIz1W7HfE7bkXv5KTP9xmwTY7/W/Z0RQX3CujWEKYoxSjz1zABtajEbq1/G32VTQhKk2jiOWmPY7cc8t0zvu00nX2m14xM83FBb/yXvXB8geNqte5PV1rKbk0NZbd4tNkvK0Yf0mw+OTL2HsO4Y78rqk8uUBdilqY19nxWGidq5DFfPRYVAi8AvxoP+FNbGhKXnU/xbOvc3pi6H4FtT7VROS75t3yS+2qeFHx45xMt/qcmk5QeN9yyne6QsXLT8RZ2+NFK7/wfPCOfWzCnz2O9RRabGx131dCTdhN8OTnklWfhybP9dbjy023uZyyslO8TYKZ+iy0Tg2HKiVs/tn+JOyQ3iHIKnDfGXQ/T1pbxibplL5ZY1GMF27rvCT1v+mniumUsod857t5vTRgr3tuFt0rVknkPOa3dDfXhE+ICgrF84N2S/rwiHuwezDWmH96TBU9tdperSytKUnOqSGZEVKG/yOe22Tq1b+BQeY/hLi9pxl9I753DCig6HwKXJhFo2JUvoO+SAQ8tnS3mUuva0lH8sKXMur1WntRgtmbuOyXRLxxD1RVPvfY38Zy5so5ArAvE55SALRG8cDn0orK1ZwkPtvG/zc8KzVXw6JduG29jWKz69o7bMnodO4TGG/7Yx8a/loX3eEXw6U0rOYazdZeROLr9Q1V5+PRx7s9GpnjMC7XB0Gaydlp4pfuTh6Ln7biLKrbFT723iya5LuwFdtE3RZzed4+AmtBHMbCig3N1pJyIGq37cBIZthPin09JeuyzdbhS/ukWosSNF2UPHRD4i0tnZqH7qG4+PGWXYWi1cni6Bdwm5O9vsDG0/pscSNx7uKrW71RFMx5spxOAEH/f7tB+FZHbQaMvTx4M0nx32WoMJ+PEMOPvRIG2BkRXiNs+5ZZrc+OEdq9/y9T7gqB0Uv/qO5/6o55J37roBq3rqTLnAhr36TtVzSTmEVveieg9W6vVD74YSHv4uTHblgXIJnNrIX99yfyzbrmIKfXcuiVdUCPQI4D++Y9+zHckEsj5O+3yob8y3OcZXd31jWZd9+ZbdzpnXXHsNL/cN4zm7ePnc8v2YmGPa+I7xRr5vEolboSgeN3PKPMV7nBofp+ppHPCDePiYyTvB9BmjgY6rmQiEc2uW8EoJDjV2yqvo8hDAW4z1xs5jyYla3fZPMpT+Sf7r+6e4p+BpQ7LYIfr6Ul4xt8w1cstSvg97NOdd7ZLf1swllDv3vbuj3/jrNBX5TV/C+/A7P5pmMi+/JJNdY4oxlKxL9nuDCKRI5G88xzfDa5ahNDR3kI+06tL2J/nq274r+Qsf2v05NXfZhccu/DXCj3Calynf2NePe+JcA5kPJl1ifS9RJpySJeB4DPlsB4/aLJlbLeEfS8qcy2vhg9ZgJF0/dzXG4j29XmRMpls6higTzXnvS+U/+dI92OCFl7xieDgdRe9hIc1OeXwQfWKEzTUUzvgi/imtPL3LTO+Knwwnm5DhMyztKR44hccY/pm/U8najH+qT/qf3C4l5zjktM9e9HiMuyFW+9xp46gETX2G6ky03r3wkOH87ch0/6E7KlvlZsZJ2wdMK+9+Gnmmf29bQfjm8HS80OpIOEcNpiKv9iMZimxnqjwpvKwKYGJD8ab84GFHol9xbHEaSgcbq31TbRhKO+QHZ3f+aMtQOL8lZdo6boeo96Fd0lP66jtw9TxEylCXqXcOY/Hc2cqWd+YnjylsxJFuqpzM025kcb0bQv5YG7RV37Lqzm5X3jOvsguBHgH9Rp/FK/uwsed9vzHf5i6+uusba+uk7ufgW8fg5W27xty+fXzHeKPtu+LNGT+O/R7Vb9f4qD1T9cTHXN9BAc8tzzGayyulN94cYuyUV9FlIWCsP4WcqNX6pNMw+idlEL8hOidPO0Rfn88rHrV+bpn4GHllidwizVy+/6g2j/5PvSuymbFwSLY1Pq6ZSyx57xak4aAv2cXeypaPWvDE/8KMoWRdeGSIemoDO/3m2PKzqUHaNr9Maw7ku8Kvd+U9xdN34bELf/Wg2FS+eJ6vkSgXki61/t6/frDrPfd1X8ofMr13aT40JROKv0uWEJ50aPkMHkt5VNYlbVgu4R9LypzLa7Mu7CUYiY/mvKtd3//aPjL3vS+R/7QHP3M6l9LTcxI+iPJ5ru2d+W7G0mb4LtkExvIYGoOyHrvw2IU/fRL+KU7mdRa7lJxngb0KLQQKgUKgECgEjodA5VwIFAKFQCFQCBQChUAhUAgUAoXAQ0OglJwP7Y1XeyFQVAgUAoVAIVAIFAKFQCFQCBQChUAhUAgUAvcfgWrhA0JgSsnpYtSkBwRLNfXKEfDjGY5pfGa0w/0V7kkKZ5lC4KQIJO9kn7TgKqwQWICA+4E+NeL74YwPCbtMIVAIFAKFwINDoBpcCBQChUAhUAjcDwSmlJx5aTH7frS4WvEQEHDnj1+GfIdo7HsEuX8orDKFwEkRwDeTTlpwFVYILEDAPX/vGvHfKeiTgsoMIVB+hUAhUAgUAoVAIVAIFAKFQCFw8QhMKTkvvgFVwUKgEDg/AvewBqmcZN/D5lWTCoFCoBA4GgL4ZtLRCqmMC4FCoBC4Zwgk32Tfs6ZVcwqBQuC+IXCB7cE7t1RKzgt8O1WlQqAQODsCrjtIOntlqgKFQCFQCFwRAsk72VdU7apqIVAIFAIHQ2BNRnhm0pr0laYQKAQKgYeMQPLPJ5SS8yF3g2p7IVAIFAKFQCFQCBQCJ0dgZ4HuMU7aGbECC4FCoBAoBAqBQqAQKAQKgRaBUnK2aJS7ECgECoFLQKDqUAgUAoXAw0Vge9Qoms8Oq0whUAgUAoVAIVAIFAKFQCEwD4GrVHLOa1rFKgQKgUKgECgECoFCoBAoBAqBQqAQKAQKgWtGoOpeCBQChcBcBErJORepilcIFAKFQCFQCBQChUAhUAhcHgJVo0KgECgECoFCoBAoBAqBQKCUnAFCmUKgECgECoH7jEC1rRAoBAqBQqAQKAQKgZMg8KRRytMEncvkncbsc9Whyi0ECoFC4GwITCk53YeUdLZKVsF7I/DMkcM7BH1k0GsG3TXX8fSmUc2fCvqFoH8bdGrzilGgX+x6m7D/YNAS864R+VeCfjPoO4NOYc5R5inadU1lJO9kX1O9q66PI+D79x7fL4KeMegaDd6Df/50VB4/DetkZp8x6Mmjlj8ahH/+Uth/MejY5hxlHrtNlf9mcwnv9RLqUH2hECgEjoMAWeF7IuvfCCL3n2rMiuLuGPJK0p2AIz8Uf5sGWB/xbs4vT07X9aHHuMZ39VfipeE9ZGZyfzzOMvvI6VnARX3/U0pRVhxpAAAQAElEQVROSp2kbEDZ14fA34gq/92gvx70ZUG/P+jazHNHhf9QEAXji4Z9SvNsUdg3BBmUPifs9wxaYv5oRLai+3vDfv6gU5hzlHmKdl1TGck72ddU76rrXQSeNR59/97jR4f73YKu0eCb+OezROX/WNApzT5j0FNERdUX/3zacD9H0LHNOco8dpsq/83mEt7rJdSh+sIMBCpKIbAQgT8d8b8+6EWCfOdhbYxZL7l5OH/aferx+prQvS/y5DVhvrau1/qunisavEbnsI+cHkVuzUV9/1NKzm2N69/VI/A8TQtMFGnrG6/FzheMFD6Gjw37nYPuuzFgt23sJ9mUHrCwU/b52ohHdJ+jzCM2p7IuBC4WgZZ/qmT//fNbStf+/S5tb4thPwb9ycjs1OPJOcqMZpY5MgIPTTY5MpyVfSFwtQicY4x9n0DrSYLS/GQ4fjnot4Pui6mxc7832cpCcjqEPCmfonEE1vbZh/au2vb2cvo4uhccUkrOC345B6zaV93k9bth/+ug/xK0j3nDSPyBQX816G8H3XfzHdHAnw1iCCyJp2cCDQxgYafs6282vI9K5yjzqA2qzAuBC0bAcY+x739NtR/i9+sEwf8KsIbGIMfPTz2enKPMaH6ZIyPw0GSTI8NZ2RcCV4nAucbYF2jQ+q5wP2eQ620+JOz7Ymrs3O9NHlqe3K82DyP12j674l1dNaC75PSrbFgpOa/ytS2u9CdFij8Q9HRBLxdUZhkC/zuiO7LuuPzTh/srgsoUAoXAw0Cgvv/93/OnRhaO7dUYFECUmUTA1TBJk5ErQiFQCFwBAve/io63ZispOX8nHv5v0H3ayRnNKbMHAiVP7gHeiZM+tHd17+T0UnJuNi8eH41fn/vKsP9N0LcEfV6QH2YYw4ei8FMizj8P+ldBXxzkh31+X9itcSeCHX7/IDztoPwXYX980AsH9eZJw+ONgv5m0FcHuQPu08J+9yD3qIU1aJ4qfP3IzN8L+5uC/knQBwS1R9LdD2OXoTvl1DOC75i5GDxTpPqgoD8XlOb3hOODb+itw+6NvK1i/qMI+MYgbXrHsG2FDusx4z4HdXT35TdH6CcH/dmgJcZk+sMjAeUuPJ893K15oXhwvFz4u4S7N28VHp8Y5F29bNhWhd8j7L8W5Ej684bNWB3Sdu6kVwoHP+RezHh8zHjXbx++XxjknWlji2l4j5pTlakv/+WoBaanjl8ebpPOPxP2QzB4QtJDaO/aNuJxvvvPjgy+Lujbgv5p0EcFjR3DkWYuX5zLa6O4zR+Pf+7LVRd8/B/GMz7gmwznqHmZCHFc2hiAR31WPL96UJqx7z/DtWcuBr5fPDTTsn37+AXqecaa79Ddmx8RGRufLMi8V7jlE9Zs81oR8xOC8MG3DLs37x0e+Kc7Sv9EuFvzR+IB3xWO9+N3xiB1asegHE+840iyNcZcOCCYbj0H/tkxo2z3n3nPLvB/6oF4vdcpy1w09vUVvfLn5J3sNU3RT5LmpM/36lvK+FOyScZb2peO8V7n1MGF/nY8+658Xz1//VPRIN+EcHwwHrfGN0X+4+84LU93B5JljO3kTf55Vzv5STn/MiLiIcpKmSe87hhYeMd455T8PFQPdSZXGDuWfMcqMZTfNbZrCYbajewOfP9wmKt4R18Ubjjim0m93Ksc/HiOLO4OSfIv8o7I628XZZjLkMuNkfILr63x3X1BuMxzPjfstw0ybob1mDEWzZUt+3r4BsjnytB3yc5+GKQtxBgLg9aPDMAP9WNsG691G7fmzslePxLK27cTzq15sfjP733DHsMigh4zvqekxwLP6JE89hTjtb41t69OQTI3ryF+ou/7rsb4k7sPybp4q/dMFuzr87rh4TsiS71quPWFoflkBG2yv39cPCjbbzj45r41nv9OUG+WyLxr2qe8oXSH4rPyP+b72afPqtuSdzWHN8mzJzzDPEUf0pd6vj2lryCf61v6GH1Fn79nvGyOzmFITpe+pan5Uhs33XPkm4x7CDv554fpvIfI8Brz8NIpHW1HxkxfJxrx0kEYuE6DsQijdAvvW/OZ4TKB9utVrxJunepNwvbDPgTDcG4NBuVYOGUahamO8RcihDDp18EN9PG4NQRITOxL44mC8jXDNnC779Ig/h/jGaMM645R1/8QPpgfoeEVwm1ySij9kXD/4SDmzeOfSaDJrolrPG7NUgzkb6KqzdsMbv75QJGP9MZr82ThUI9vD1uHIwQQhLTpM8LPrw+6Pyuct4bgRskAS79i/vIRQslLcKIYjcdZxo5LwgVBH56waRPyo2QRTomXOInjvSgfVt6Vd0aRjIHwI1jCWFxt1jbuJBjxR6+dno0tL/1HP/JexNdGk3V2E3XQKd9jl2kA+3dROsU5JbA6vkE8m3R6nxRC8Xgyc46CCDZJ5yj/GsqkCPzvUdG/H2RSYyJhQeI14tl38p/CxhvDujVL+KJvxLcyxWuNYwTMfx+l4EHqgjc6uooPEFAtRNlFGFFujYmbRRcLVXi3MQCPMpn7mohF0Axr45sd+v6FLcXA94ukTfrz4eCHWp6x5jvENymaKVKNT68XeROAjDn4fTzOMm8RsSgy8Tx8IBUg4b2h1DSO4J/GFfH4J8EPjxVubFUuXieu/KQVF18xnrA9I+8SDsi75NfTm4XHdwfJD3beM+WOa0Xaxb2I8phR1rHLXDP2PVbRK/dI3sk+RVPyvc6RTdr6UKTP7UvHeq9z66BvG3t9V74vbW7bgnf4JoTnNyb8KeMfhSZ/kyj8FD+g+JQHeRN/s7Bukv2DEV85rxw2HqIs8V8qntP4ppfKz309yHR2u5ErjB1LvmP16PO7tnatwVC7vef/HA7v0lzFO8IT4YhvJlGoRLRVsrh3Qf5F7xSZGCMpNs1lyOV4vDkLuZAMTW43ZpjnUEJaaDSfiaR3zNIxra2H/kIeoOBUhr5LZiY7UxplQdq/VEbOtGkvnZMZ55RL0ZF5UN7wI0eYk6T/lI1nJk3FPWU4vK9p7FzKr3t+or9N8SdKIbIu3uo9+z7ad2KhzYYd3xHZh9J8lzyZ/Z08SyY135In3mszE54hf3KSOEtk3jXtU1af7hB8Vr6neD9r+6z6obnvSl+Zw5vk2RPeYJ6iD+lLS/UV5HN9Sx+jr+jz1wZ1M58ih8Mk+Sa7jS+cDCG/VoYQZ+58SdyWjE1zZaw2XbrX2Mk/P9SHsiaD+5DGsYK+Q7gvrG2blTiMJP0o6mjD8/nnw0GZmEcR2km0XXq5A9ORhR+KuD8XxPi4dTxuu08IEC/hYYQIt1a52x/AeYaIa/XcnS/hfMw4nm4y+lhA47EUA1u3m+SPOdtwSkTCcfaxX43YvxGUJleoMpw/YQkz524JY3dcvPXb5fZOvJuM079nH3mGsQnYbKT8VrFt4sx/iNr2LgmnTO/jw4HQ6jh8H9Y+H7tM/cYOjuw7vomfaSrgXRh8DcaNdzkfIAImOPhXNl1fSTebwO+bble35/LFJbwWjyZgtt+t8luibKXsa/30Y4suVmtb/3Sb8Kd7zF6Kwdzvd813aLXU5BLufX37BaU+vH+2sJR+cKU0zmeK4HSzKUPYSRbo0v294fitoCEzF4s+rYkFgav3N6b0Ctc+zinKXDP29fWs52UIrH2vvou5felY73VJHZah8nhssqdTSCbffSh+Z1JNLuzD8CML9ukvTi9X9fy/l58zLVs9LHYP8SrfMZ4u3lyS37W1aw2G0ti9mWMqmfoXRkByTFrQvv3WGDl0gkcfcsLHQrhyeiIjtrK1PrSPbKkcfbQvx/hNdrZJQthaXiAtItMsnZP9Hwl30FSddiTdFXTSsKk2jIUvGa/37astIPvkhZ/M4U/6yf9rCu03I1l0a/UCFgaa6DudFKL5nYuonOSx+OMamVc+aG77xG1JukPwWXme4v2M9Unlo6lwcebQXN40lNcp9BX76ByyzmvnS0u+/yzrYDbFysEyu7KMfinqa2CiYbYqSJFIgeOoXys0tBO61m13JcUbZZC0Jld2/0S2GwpIv+bFjay2EtzEw/SsmitfGEUgf27k4lfH2a142k3KD2EudkZyIyuELfMUl4Lu1SLQzqWwNn4kZ7PjTx2WYGC11lFyx2PabK30IjsS+NsibkWCG1nRJYBYsaBh54dg5GgJ93PHPwqDsLbm1+O/1Vm4/rdwLzGUyl/bJCBs2xLOK98Dd1I7SbczKP1/MxzaHNagUT8CYBvoqC4srOwQANuw1u3IkBUxyu/0t1sqd4mmX28fu0y7O/Rf5fqhEMzReyNc6vP8Ub9Szq/oYSFA+W2S5Ye3fGN2QVv1tTsykbDQY/emZ/3KN8+Ner5oooInCdvFa60++s7Ew1cMvtwIz7PybUGIkOiZP1Jelu+oJ0GRP/rF+GcV02TOtRS/Es9t2ngcNEsx8P3iD21mdlDxa3nGmu+Q0GjCl3kbj+yucZQx/eba/6yL2PLI9t2IZqEN3tzef7tgpw78hwhvNZ70cWCBcjwZSvs/wtNuVbs9U/APr80b+7eDjl3mmrFvR3UraCYC+V6fKJs8SqgfoX370rHf69r+/KiVy/+Tqchodrj3qclPdn3gj7/WBJIFnuXmGZ9eIjveJHvMGms33v1Y5Bke19SuNRhSGqYsCztys/mDd9nCg0fj+4fst+YYxq92A0GWaaJuJ1HPy1O+F2/NmCZdT0OyM9nDjmRx1XGtXC79mjmZeQo+45uQB3Ksnx95hHzB75RkrpV0iHKTx/bvWBvRJfHYQ/V739iQnJH8ycYlis7E13dHSZ7Pdl2n26KDjUn5PNe2m9QuavN6vHmtzDtU3lT7htLw25fPnur97NNntXMpTfGmofy801PoK4bqNkfnoM77zpfG+tmUvK7sveghKzkp0Uy6TWo/P1DErEyWHNP9x/Gcpr2/xY6W9LeimpM5worJVk4M+9VpK94mf9K6t8hkFMPz7NgHGzne6aXbgv594fGXgn44KI180t2uGDmybjJrFZ6QLx5lrbZk/CF7KQbiE34dXcr8tMPxbuT4En+KumT0MKWUsJuHwEyRQXkmHlJPtiOubX+UhvIErhTDjv6LN5fyXYhPeZ27iwxC/FoiOKZyIOMJxyApOrmHyG4n7W7D7PzkZwt5qyxv4zjaQvijDLLDrA1rj863/uk+dpm2lmdZjiHrU55d3dBOiJ4vPDHIsMpcGwIHqq/jcXioSYXrJwj4vu12MUZRyUOn+KJJEH4izS5e63qOFAp8R+1qtyM9XxIZ/FiQBSMLCeHcGvwlFzEc8Wt3cFG2mcRZ9LJC/jyRQl5h7TRLMfD94g1tpu4W63nGmu+wFagdZ7Qb1kTX2OA4TFvmlPvHI0I79qSSE590XDGC75gMx6styGVgKqPzubVzPNF30t/7hwXK8STD0jYWWNBzBNfksp04GJfVMeP29rHLXDP29XWs5+UI5Hudkk36nOf2pWO+17l16Ou+9tm3TWH5MZGBhR3lxcRNeAAAEABJREFUh3NryGuOy+GHjqs5tr4NuPmX94XBG+9fIj/fZHFrKXfsO7awuus7vs2kcVxbu9ZgaJE+m0w+/dl4sMPLrrNw3hrXyJC5D9Vvjc36CpncIuBtQeEwV3FNjZMSxmPzofDemuwvHtaMadK1NEd2NsYaP9p0c+TyjL9mTmaHnjIt+mY+cOFHHkm/U9pkk6RDlKu/mv8da7w+VF/V1kPkNZc/kTOViciteU2E51Ym872OzQnFHSK/seHbwpNtYBLHN7ZG5pW2pbnta9NwH4LPnur9rO2z2rmU5vCmsTyPra/Yp27qvM98aVc/m5LXlb0XmfTtlcGVJ/YBmJA5vuwYuoHcBDcVb5pnhZCNWgHaaqoVHEogK1jyEQf9VPwjZIS1NXYQ0WQ7uumi4K1n/HN8w4pGOLfGkXRC5vYh/tHwtxM48e3edNSdEBhRtsaOwTYdTwrO3o9/T0sx6NMPPVMQpD9BlbDsUnLkOGXb71zcLK4fq2AjE127P7nRT8Y/95qENduYIMsnE+Qk3LtOv7SthNvhZeCwIy39+xXL9N/Hhrd7bTKP7w8HYTSsrTFx2DoO+G9umZSWrZLVEVXvLMnA1FYrlVetX7kfDgK+L8c9TGQszlB2mhT3k6DkoXP5IgTn8lp3Z4mPTPZagZOfBauWD2afbXmU7++rRG7IbhWr1Y3XoHMpBoOZdJ5rvkNjgrEhs4KDduWz9wKffJ5jt/wPf7SLyyS7HbMyn+SvqUTmb5drOyHidwgyjv5EkxHFdD4ah/HxfD6UPbfMtl/NHfsOVcfKZzkCl/Be59ZheeuGU1hcJY8KxRvJitzI4kgra7XflvD22yJX+N7IVHPkZ+lbmmo3ebeNP+W+xnYtxfCnGxBsZsjNBGS1DDIm5fzjEPxIHW1OyPz7PmHOlIpN8sAPZMSws7+sGdMi+R2jHseWnfW5dnybOye7U9F6uIPA1HeefeQQfTULXptXpmdP1VtfEe8r4p+5elhb4253DtcH5fzWM5mMPZfIb3QLvdy2Vubty53bvj7dIfjsKd9PX/9jPO/Lm46pr9i3bvBq35d+uWS+NNXP8vtXzsGpVTYdPPMryNBOF0KDnTRWqOwMcUTHUfGh6rvwWtw2zDFeO94oq1rm4+ihAT/jYojubXDk1+oa/zzix41SMOFO6ld+TDT7dCmwZpol9lIM5uTd189OopbaHVTu9ZFnq+S0q9aOMP5ryVFTP8CR6U3CTToJ5Pzkb1ctNxJuh5Jdn55RO8n3fCyywzXzPtU3OVSmARlGWReKjfa9uUg9w9j57riLHh4Cdqf7ZV4KJ7sV/lZA4Oi4XdjhHDRz+KKEc3lty2soJg3A0ifZie1bz2f8k7sdtPEbE0P+S2kNBlNlrPkOW/4pf6un7H2o5392vLc74d2vlvnbAY93stPPbltKlHw+lu2+5zbvU/DQsTLb/qhOLf/kHhr7xCu6DAQu4b2O1eFYCOGRmXf/vTZhGeXWPrTs2Le7lUVuC13gaOt+qe1aiqEjqzlWWZy3k5OcS9GS0HjOuccx+FGLqzLnYLtmTJP3FLVy7L79RVk9XnPnZNIWzUOg/85zvO6xN162tGTsPGRe2aq+3tnffIM2PGU8pxLNjdpdnL7ZdsNSxt1lk2Vz8aCN17Zticzb5jHkHmvfUNzWr+UHc3iBtG0bPLfvmXvJu5Yera2/tMegJbzp1PqKtm75/e3C4FDzJWX072lO+dKtoqnM3buXtKqAC07kVwBNzNsfevnRqC8BgeIznI8ZjMrqqV/B6nf5uJvTql8msv3YUR73IEiX/jB3T4rj5o53pj+7/bA9o/6Ip4+hZyQm2uIupTUYzCkDc27jOUI/RCbRtPzithjlzi/++5D8M727iww6uVPS8RIKmgyn5Gx3IbkCgPImw49p9+/zmGVl3kNl9u/Nro6h98bPkVsYZX5lP45A8k7246HX72MHed6DpTXusbQryLfleYjm8EXp8IM5vLbloUP8kyBqt5E8Ef7Jbvv/Wv4pn0cYcD2iORg8ijn+v/8O8SHf3BDldwivNsdD8FCLQK1Agke2Sk7XEmS4RTxHWtwnnfXYdVQ94xzCbt/lIfKbk8dYmf27G3pn/IxNOfbNKa/inAaBS3ivY3XoEWj5Wh927OdjyI5z233Mtp2yXWvKsqHhfzYA4POOs1Kq8BbWHre+FH7U1+NQsuWh+0wrT8BzSKYYmpOJWzQPgbF31vcR4+QQzRk7D5lXtmqs3sLbXZpOedowY74pDNkc5dvk3pfaPjrUP8dk3qlyd7VvKu3S8FO/n6X1O0T8pXjq11nusfUVS+vWxt9nvqR9bV6ej0oUbrsKoIxL2hXvGsP88l8KiSamfgHKTkx3FTmeO9Ymk8lPjkArkyb4FKPxuDUvFP/bHTWObbg/w6Wt0rQvFwN0t0UkuTXtMfn0bP1sO6aA7dO1R6wz3Rx7LQZt3nbv9IO++/Ayzm+Fw/Z994n0BL+vj3CG8MZGjl22Kwf88pgp91xqmYY0JuVsZNBpdyI57qN+wlCflt8cInTOiXfIOIcq879GpdpjF18YzzAZIjvy2rgRtUyHQPJOdhd09Y9+UIhSKxtiJ7ydJfgVZVj6D9lTfDHTzOG1LS8kXOLLmZ79gvGv5U/Jr9t0+A2hIqIuMvtg0BbUf7/9d+j46NA3yC+/w5Z/yjvvi+ZGxqWp8V68ln47HloeSemcO+HdPWZBEB+NaFuDv2YZhFi7jrYBC/4NjScLkq+Kesgy14x9qypdiSYRuG/vNXfnZcNzV3o+97tj0v8Y9iFkx2PUa988T9muNWW5Uivfu8VE908aT8mr7l3TBygQE4dL4Uf9mHZq2bIfYxOf3m7lAmHkGXZLrV/Oydrwh+S+VB576n5vJ3U7HyKXtTJYqwTdt3+0fXSJzLtvuavSjyQ69ftpq3HIPtvmu68bD2/zIE/nMzm7lcUPpa/I/Kfsts+tnS9NlXGU8JyQHCXzC8/UzsusoiMJ33vzYEI8dlydMjHv1MTQdEo/InSTdGu5e8blw5SY8uLpLjq7P/2gkGcknmOU7pv0jBxdaXfCULjKRxjyK2tsW43dd8aN/NKb1Vxu5OJjgo6j9J7HaA0G8lJvNrJqlGVz80tFAjcM3oujI33Pj9dkGr/O2EbJ3W/C/XLk27aBM90/GPHaHbfukwuvrcE0vA9HDXgQgii5udHcXUgU1+3kA+bapt7yOQYdq0yKiRYvl11T5PRtsBs2Be0+7L48U0wm3Zc2HbId+GDbxw3AucLsGxgqay5flHYur21/HEc6fCPrZRHLXZT8k/KuTz/yln5sP8IhPrdB3A8GuPTd8xitwUBeU9/vmu+Q0rFVdL5eFJTjmAUid/4kLhE02xjjMrJvPvmBXZ6UoPLNcIt86XZ8yziVz7vsqfFkV9q1Yccqc83Yt7YNl5wueSf7lPW8z+/VTiDfXOLphyl9j2SXjw3Ptwo6lVkrO56qfmvLOWW71pRl92e2jeLwneLBoqIfBTIptmEjvG7NpfCjNWPabSNWOKbG2LEs8Y81c7Kx/Nb445lJa9IfOw2MsgwyRT//y7Cl9iH76iHzmtMO83ELDhnXAgZsPLtT093w3IegtTLvIco+VB6nfj/H6rOHwkM+p9BXKGcNHWK+tKbctWmSf34oZczaTK49XfuRuSDYrwa+czTqW4IIDWE9ZgDnTk3HnP3Ihvju8cyI7qagXHSXoYtZrVaYPDs+8kkRqZ0E5lHfjw//NLYBY5Qm15Rs3xABeQwlnBv33bGRXxhmI8oD9TaBxwDdhWZnEgFY+BitwUBejk+yk+zYcScpoYufI5wUx9zoo+OfybKVZmSnrAk5LFOx6Ki/iXpE3Zo3jf/iqGN76Xl4LzKOx/YJTL5dnk4Qopzpw92D6tcYe/+x5xYPR96terjnz3sfS7Ov/7HKdK9i1s2PEHlH/N4vPF0wr39SDOvP4XVvjXtzk+5tI/domO+yTU656JfM8Tv8pw1L9xK+OJfXfnFkjk+EtTXu88GL/FK6HS7tIhGFHOWbiNL5zrnRG8Q/91jaHUPR79eF2x93i+DHzBoMMpOp79c3l3Hnfofuhs40FB/GA9cH/FB4thPqeJxtvEt8sk9gkYgfTNk94fe939hzi4U4X7fZbLzDHE/4HZqOVeaase/QbbuE/JJ3sk9Zn/v8Xn2HJkKJJ9kJr3IFR7/YnnGOZbe8b678fKy6HDLfU7ZrTVlky2wvxab+4HSXPmAi7/mDIoK5RFibS+JHa8Y0bVhLLS9YIpevnZOtrWefDs9M6sMu4bnFVX36+R+/NXTIvnrIvOa2ZWy3JlnJAtXcfKbikV3XyLxT+Z4y/NTv51h99tCYnUJfsabO+ty+86U15a5Nk/zzCQ9ZyemlWWFJEN8tHH41bGwXUgRvHJ+EmWPWBmzxCXjCkNV0cZDnZ4t/fmn4s8K2kzNXdgglOSH99AijcAtra/xKrl+xdnkx5eXWM/4ZeP2Sezi3RvkUqtuH+GcXkjtA7S6Kx63JnVXbh4F/azCQjUGNopAbKZsCw+5Uz4QtuzdbfF89AihCEEWEXUHhtYEn291u8ONOetZwUNaGtemZFL85NDTZtgsp39HQJN09MG3dp8px72obx/UEdjsO3ZfSxlvnfpTqWGXq0xQjj0rZbBxBptCnqPajXHYSeGco45T98BAgtPlOsuV2SX9KPOB3Ld8Kr1uT39wcviiuPjbFay0svXeUIH5YW+OIukUSSoCtR/yzOwMPDufW4DcWjSgOth7xjzLxpcJ+6iCm3aHtuac1GGQeU9/vmu/QWNIKvxbI7ObM94EvZ/lzbQsa3zMQmeDO26S7HYf4IYt07Dk0NZ7MyWNpnGOVCeOlY9/Suj+E+OSEpCXtve/vtV9cJC86LQMji+rsU9Ba2fEUddunjFO2a01ZH76jcfqBcfgjIo7fGwhrc0n8aM2Ypg1raWqMHcvXOLpmTjaW333zvwYee45+r7854dm/7zHlZx9v7vNamXdu/qeId+r3c6w+e2ispvUVj5doHrZEX/F4DtM+h5gvTZdyhBgmkUfI9iqytGPnLaOmFI5h3Ror45SMjlfwbHcX2u3ZH6sWx1Z1K+mEcs92aVJiDikZTf7sFHWEXVzHj0yspe2PmmCYdmZSeMpf/CRMwj2inxsefTkm31ZzcyJqlTeibU3rXoOBTORPUWm3oucku2/SbaWG0tW9ba0iIcOtCvjRjHY1mwD3ARGhraO2ue/EPTj5LtKOqJPmGyNGu6tUXQxG4b01lJzqsn2If5gF4TOct8Y7asts6ycSBWA/kFG62EElvI3fuoWh9r0PhYvT07HKVG/98YOjQIwtrDtGn7RDzLu7E1APDw4B/LP9lgDgW8H7PsHDDeW3s4QvzuW1irAL/MXD8Z1B+mdYt0YfVh+LMHjpbUA4HEm3+GIHZzzeGjwC33iXGx9tyjbwar/RpRhIj6a+3zXfoTHFIoRrTbRBOcgC0fCuSiMAABAASURBVBuHwxgT1ta07dl67Phn532bnx2WreLTrtk23GJcr/hsfyW0xU+xU+NJj3/LL6Vvn42LOXYLG6Njljk19in7M6Ji7dgXj2UaBOzkTmq8J52w3SWb9H2p74ttXzKZbPvS1HslRxgXp97rPnX4/EDAog65KJxbYzGGPx6ozjzbReip8loM2vbLx52DZCJuvNUz9xrZcaoebdna0WKvzJ6m8rv0dq3B0GaHxMG8g8zspBOZtW2vxcG8135Nv23zat3Kbt8Nvm+M5Z/UvsfWvWZMa8tu3UNl/XJ63thTY+xNtMcs/YoMbLxs6y+ib4AcMTQnE95iMVRfca6dlvLYHsP2uR+vp/qqsueOnUvz8t5buaitp3fWPvf1Fu577I+lGxPMX4Un9eW0/WSXnJTp2Wtk3r7ctj3ybJ/b9k2la+vf5iFP48XQ+CHslO9Hv9klF6jPEPVtb9s69a5aLNp0Q+Wkn3nHvvoKea2t2650a+dLLQ7q1j63/UzYwekhKzmBaXL2nOGwG9OPKtiB55ki0q/FOu7t3siIsjU6oGN/4viV2VcKX4KEH3UgfBjww2vjo3aHpEuBKfrckcm2u48C1ZES8ZJ8SAR68e0mkrf4dhQpf2gLs7QE2bcJh9V8K7guozWZt/vOMXoDcgRvrOw+TTi0R93DeWuWYpAJHam3I0u5foyCDY8MZ7vn1L2idnjaXQUHk3A/DvKMEcHlzASfcN4agol6asfLhi9MHCXFpPg/ffjBMaxZhkDm/chHWnX57CalfJ8pnt3DJ3/h/WqKSUSmf8qI26aPxw3Bxr2o8iEcuaOGW38Rvgt/4XbfKts7ss2a3xQds0wTKHcZ+gbsptWvKOYp1eHgQm1XKUzVscLvNwI/H83zw2p2ZftW9Xt9GO+zKOOb8vxFEY9Zwhd9O3N4rXwRXmMXvu/TtSD6K36uD6tPO7CKn2QVFD/CUyyk4E94k+NtlLLi7fr+l2IgPzT1/Yqz5jukgKTswE9eMTJxHyccCMV2yvt+0SdG2FxD4Ywv4p/SytO7zPR4VobDGw/MsLTxE31BvfoxSJxd40mPv5MR0iT5EQtjoLyV305UMs6Qfcwy9cexsc/Y4KqbfuwbquOh/B5SPkveaz+Wt31Jf+370q73im8MyTQ99n1/XloHuznJhnZp47u+Sfdx/mIUxO07VZd43Jqp8pxi8t3g13joNtHNPzwQT5Wnb9xC0k3QZqnsOFWPKeyz3LSn8ruGdi3BkAzdXr9i0o73+jGiNwtQnKII69bg0/mwtN/uklktpul/+oS+0cvLZGH9EJnvZB3YS8e0XfWQ3y7Zec4YK48hWjsn88NPxiH4UJIO5X0f/Jbw2KXj9a6+unTsXJJXz0+W1tt7JQ/7Jnwb+j8+bI4pLKkvp+X/U3JS5sHWNvxaeXNk3r7cue2bSreWz2Yb5spJU/Voxw/jWT927+qz6jJEfZlL3tUu3jRUFr9D6CvkM9WPxuo2lW7NfGluP1Pvg9NDV3IC1GqxewdtZ7bjhR/SuWm1hyYidnt+c0Si6LFjxYAYj48ZeTj2YLcg26rOY5E6DwKEvMWn5e6CBx/V0a5B9yW6hy6Vm21kClHtaSenGb4GA2m1W7nuA2WnkldYS3Cg2IWD1Ws7p8biSidMOxwrl5YfUk+CPNvzXJIfJYe0bX6ZHl5WWuAzljeMpd/1Tig87GJyn6e8Mn/2Lvy9E/HFEXcJHbtMO531K7+Cb1BdU8cl7TlD3CpyTwQcafat6vf5ffnmfFND/UUc/A0/YO/ii3N5bTZB3naU668tP8/wMVsdXNOAP3H38aa+/6UYZP67vt+Mw176HcLeTn5KT+mT8EGUz3NtuOJ/Y2kz3MRyLE99AZ/D74bi7BpPpvAn0MpbvKG8x/yOXSZclox9Y/Us/2UIXPp71U99T2PyxFR/1r7vC0jwXYqjcG4N+UW+wrceN/+myvPd4hlkoZskt5b85cm+9bxxKG+J/DxVj6l23xR7a03ldw3tmouhDRC3DQ/HqwRRcIS1oVhzKoE7yQ9rpjvtJfxoF79WZ33CpDzzbm3jBCIHtP6te+6YtqsexhJ8X5w279Y9d4xt07TuJXOyrI8dbG0e99GNx5j3Dc3/pr7LOd/5kr46he/cvA5Rbzzdt7Gr/+8qR1/Wp/WlqXYJ17a5Mu+ucuU19l6m0q3ls8pE2jBHTpqqx1j9lYF29VnhQ7SrzF3vyvvzHsUZynfMD8/Ud/QhuPTxjNHGannjw314PitXHPVIv7T5CRMn/dLmJ0yc9Ottc6R95ktT76kvb/XztJJzddaVsBAoBAqBQqAQKAQKgUKgECgECoFCYA8ETCpNuDMLpyVMSC2wuTrqdTMgbKcn+IezzANFwE7SpHUQVKpCoBAoBK4YgSklpyPUSVfczKp6IVAIFAInRyB5J/vkhVeBhUAhUAgUAsdBoHItBE6MgB2Jbx5l2jUV1tY8Sfx3hPdJw2YoQd3P+nYeih40AuTOpAcNRDW+ECgEHiYCU0pO970kPUyEqtWFQCFQCKxDIHkne10O15mqal0IFAKFQCFQCBQCh0XA3cruwH6TyPZjgtwRhyiz3M/vHk73sw5dLRDRyxQChUAhUAgUAg8DgSkl58NA4aStrMIKgUKgECgECoFCoBAoBAqBQqAQWISAezC/NFK8f9Db35BjyZ8b7vaXeeOxTCFQCFwOAlWTQqAQOCUCpeQ8JdpVViFQCBQChUAhUAgUAoVAIVAIPBGBchUChUAhUAgUAoVAIXAgBErJeSAgK5tCoBAoBAqBQuAYCFSehcADQ8Dx26QH1vRqbiFQCBQChUAhUAgUAoXAPgiUknMf9CrtJSBQdSgEjoGA419Jx8i/8iwECoFC4L4ikLyTvaaN7jFOWpO+0hQChUAhcI0I4JlJ11j/qnMhcCoEqpxCYAiB5J8fVkrOIXjKrxAoBB46ArmLiP3Qsaj2FwKFQCGwBAF8M2lJuopbCBQCB0GgMrlSBJJvsq+0CVXtQqAQKATOhgDeuaVScp7tHVTBhUAhUAgUAoVAIXByBKrAQqAQKAQKgUKgECgECoFCoBC4lwiUkvNevtZqVCGwHoFKWQgUAoVAIVAIFAKFQCFQCBQCV4nAdidT1JwdVplCoBAoBHYjcN9CS8l5397ocdvzpJH90wQ9WVCZQqAQKAQKgUKgEBhH4KkiqMbLAKFMIVAIFAJXjMC1VT3vNGZfW92rvoVAIXD5CPyeqOLTBbUybvqxI+i8ppSc58X/mkrXkX81KvwrQb8e9OxBZQqBQyHwbyOjXwj66aA3DSpTCBwTgWeOzN8h6CODXjOozGUg8IpRDTtP3i/sZwy6RvOUUelPDcLLfi3s/xP0r4OeJGitefJI+KNBvxn0S0F/MeiCTFWlECgEjoTAu0a+5G7f/neGu8zhECBr/lRkR/Ykg4azzAkQ+CtRRvXpAKHMJALHkgmrD05Cv41gzMEfybP45dYz/v2hIP6/GPbPBj1DEL0Q+ZTfz8QzvVFY5zOl5Dwf9tdW8u9GhX9/EGPCtc+ETR5FhUCLwIvEwx8MepagPxZ0f8zhWgKjb4rsvjvoG4OeN6jMOgT+RiT7u0F/PejLgpK3hbPMmRB41ij3G4LsPPnosN8t6BrNF0al3yUILwtrY6x86XA8ddBa8xSREF/8vWE/bdBzBJUpBAqB+4/AH40mOkHl23/+cJc5HALPHVmZrJM9XzTcZU6DwHNFMdWnA4QyOxE4pkxYfXAn9LeB+CL+SJ4lg2bA84TDNxzWhjLzD4fjjwc5vRTW5unjnzRhnc9MKTlvf4b9WFWsfK8GATtS2sr2z23YMd0vGJlTUHxs2O8cdEpzzrJP2c4q6zAIHJp/muC8QlTNoPPnwm4HnHgs0yBAQYZH2Kn5fI1/Og3Q6TZ5tLMzn8s+DwLtO1GDXpE39U6lOTdpw+s0lbCL8z/H8+8E/d+gMfMnI+Bc41oUXaYQKAQKgUKgEDgIArPG6oOUVJncZwTIU237epmwDXsI7kv6rizet5j/r3gY8gvv85kpJadjY0nnq2WVfAkI/L+ohOMyYW3NuZScbxilf2DQXw3620GnNOcs+5TtrLIOg0DyTvZhcqxc5iBgoMUb8Ag7NV9/IJHdmwZlO9QdJf4vA3HK67QIOBbj2ItSfzn+fVVQmjnvNOOe07YQoa5ZB2MGQd0uTv0t/Xvb8fNzjWt9Xer5/AhUDQqBQqAQuEYEjH9T8tc1tqvqfHoEdsmEp6/NeUu8tO/KTthExFH2H4uH1u8n4/kngs5qppScZ61cFX5xCKRi839HzXbtSongMoXAVSNAMZl01Q25f5U/SIvcmejYr2MWL3eQHCuTfREwrjxbZOL4oKMuXxHuazOOV7V1/o6bh3aB8MbrXlvJO9n3uqHVuEKgECgEDogAnpl0wGwrq0Lg6hC4DzLh1YE+s8Luis6oTi06rdT64WE2kWScU9rK3tI1KTlfJhBynOsrw3Yf3WeF/epBQ8a9AO8ZAZ8d9C1B/zDow4NeKag3MLDb55Mi4H2CmD8d/xxzdP/dV4ebf97ZZmJsx8W/DP9/HvQ3g/q78do83yPCGXl+ejjk+eVhv3fQ2H0FLx5hOo22/ptwa8Pnhe3SV3mH89Z4fmL9H3n/qbC84K8LW9v9iIOdJPG4NSZiHxEubYapNsXjHfO68fTxN/TyYTOp5EybX5K7Geyc+gfhYWfUvwhb+hcOe46ZSv9MkckHBTmmG9bW+PWuDw4XeuuwmR4Pz7CGuzq5G008NBfnuWXLM0neHxIP/yhIf/20sN8xyNHYsB4zfmTj/cPXe9avvijc3qG2JbnU983DH66fGPZrB/WG0ibfrX7hLrc+Tv+srnP720tGYuUj/cz9rG8Vfp8bBONPDttF0WENGket1U8bKTHeK2L9vqBLM+4FTLq0ug3VJ9/Lx0XgkveyNl0UszVPGv/fKAgfxCvdqaivv3v4ucclrFvztuHSb/WdVwt3byi28Gl8SR/xAy7i4A2+b/wcT/u28PynQR8V1B9fsSMOn4igW4Nn5DfkfjMB7jdVhnfsB4j49bTvOOI9+IbVeYgP9+UNPbvfhuDw9yLQ9/VPwv6AoP54/RKMIvkm37sj/S8QHviSi9jl/83x7B2Mja9Ly4rstmaqLVaqjZd/LWIbf3NcnfNO5/JF/c/4PYcvRjU2c/uAS9f1u/5HrLRH33sJmQ1Qji2tot2YJQ3S7weSbb28N3eXfn08zelf+PySMSmyXW18V0mrM7mwhCWDbjbnlkGHuoTvhayDZ5HVxSFv4yF4pnGJ/xIZXh5JS76b5KvGOPwfX327yIhcjK+at8gvvLbG2PQF4SIzk6GMkfhgeI0avMuxRWOgPD8hYr5K0JghX/3lCLSwBw/zD+PSnwm/3vT1tzNd3b81Iv6doNbgWZ8SHmS5fxX2FwcZS5UXzkkDh7ly59A7hq92zBlfYaZunxO1ghk59c+G+xJN8k32JdblcnHpAAAQAElEQVRvV53mjNVD6cmRbx8B7rPWR70f30Z4DRp9bG6fHsyg8ZySS5qoG/WcK+9Kl99TyuWH4AeZ5+Oy22ajb+ODh5Ldsqys/5z53iFlMbyQDNXLhJubv3150E02o9Zc+a/PYI6ssESOXvpdrfk+lszNXzYabA4V1oZ+w/zkz8fDCwYx9GN4Lfc5CO/ckoHjHBVYUiamYNJsEDU5cd8V5kdw+JrIyMcX1tZoz/uG698H+dAJDD4CR8ZMGAyGBmKKoIiyNSbShCFKUZNmEz2/skdocv+dSQuBxeTdB/+DkYpi8JXDJliYcIr/UvGcps1T3iY/3xWB7xQkzzcIm2Bisu7i63jcGgyUIs4WbZMRbaWU04a3jBiEDWEG7HjcmrYs9adIU5YXTKmr7SZCdpTkxNiES520Gaaw3GZ28089PjPcBENEOIjHjbb/Vjh+KKg1hA3HPTFdQrAP/C9EBGlh44OLx1EzJz3cKCV8XG1GlCLI++bf4qHdFCOwll6dXjUiad8SnKWdU3ZkvXmy+Efh8+1hE+AcldVf3R/6GeH3PUHJCMK5NZSV7m3z/rxn/erNIsQ71LYkdcfs4Uo5+PcjjvLCujXS57vV9/7IbcjjjqU4yEF/Uj7S1yjgCecUnXCi3DLpNjCJ39LbxIM+r37a+HrxTOmgj6hLPJZZiUC+F/xvyXtZm041KaFMfr40HvBBvJKCW18npP7H8LdYEtbWWGzQb/Ud3yUBZhtw808fwqfxJX2E0pOw9t8jXF/Hz/E0k5PXCD+LAv8p7DcJSpPfSj6zDb7p71vjRxCz+KM++AO/pEOMI97BFB/O8sZsfP8/RKDJJYHe9/Va8Yy//EjYLvoOa7MUI2nyvVuYokT9d+Fpwip/i1regfEVD4ugW7OmLInntMVkw1jrnXi36iJtvjvupP6dzuWL8jZ+7+KLyljaB4x5xgj4SJ9kfFX/fozNcO9UOnb6KVsalONahqVtfPADZPowLLxP4107zmdcY4Q+s2RMyrTnsvW7pHPVIcstGXSz8f2SLc4tg+Y7ae1W5iNDDcrwkWCJDB/RV8lyvkPjGyLvm7dQbJKL8VV8wJhpDkDpaIL4FlEY/mH8My4aT8Nr0OCReLXjwMZAeRpXKRqNmX0iyl7xTUL9GBo+o2yyJX6AF7Zp2vrjXeKou/mNcSLlNPMDsh+syXLkcuOwH/OTrs2zd8tjifwtff+Ol4yvNhDAWd3IoDAjp1Isy0f+RYdBwJiF2tyMT/xQyl9tuD6tL+lT5DJ91Psxj2C3cbmX9mlpxghfmyNjSb9U3pUmvydy+aH4QeZ5Ctkty1J/34r3NDXfO6Qspm8MyYSw1V/UZw0Pkn4XkcG0eYkuSX5zZQVy4jHmNeqw5vvAF5fMzY0FyrLhzbzMjk3vgd+vxj8LFmGd33iR56/F7hoYME2a+wlxpqJ4TLdOSenZKgEzLG0DMcVKPre2yYCJnh2CrT+3cgz4dkF6bukPxAMFX1iPGYOzSYyBvQ+0q8gqbvrLmyIun9k6DzvpxcKhnWE9ZtSfIs1qSx9oRTbTGfBtA884JkzpZhO47EzhRgYbNqUrbAkJnpOsvuWuLVuWKUF/7iZQnTCqm8dBa076tr5DmQyFe49v3UX+7XheivNQ3pHNrWnDDTwUPvlt+eB/4zbmZuM9mChkuLrYvWlVRzRxf4FjgFwRQPGQQTCn+MxndqtU+m/h8aNBY0bZ+/Q3QrPvos/ft2qy8YxNgF1HBPihvtkrfZtk5VyBwJL30ma/JJ2d4SZwFkzaPFq3RRU7zPIHkqzQZ7gjyXZy5DMbf2Ej97kgEzJl8UM9P9SfTBbz+2m/RfF7mgoXH5/cdxyZw4eVNUb4r538zzkSwZjzJ27ClmJ0k+zWInwP/TiTCBbbWh6xpqwlbVFmT1PvTPgh+aLyl/YBPzAk3Rip41DYmH/GHQu3ik6gznhpG18oPfKZvXRMkubcZIdW0rnrUjLo3TdwThn0bk0efyJvHkqG3/e7MW8Z2i1JLrWb0nj7eAs2G4oFi3lDYfye378BMs+gUMogY4QdNTlOGDt/JgPDNifRt5UXj48ZO9ZyXBXoXn55WLhvJ7E/H4EW3cjW4dy0m0g897Sv3OkdLxlfyQeUtH09tN/1KL1/Pa9HYGy8yhzHwm3myThpmyOZR1jsTr99+3Tmw14il5BBl8q7ymjpGPzg2LJbW3/8as5879CyWFuHdO/LgzKfMXup/Jf54Kfeszlw+rV24rdUjh77bjLvDF/zfayZm3vHFi2cyKNnUA936KefuRu/sxMmcvZK7KjAc0SYzhbW1vxi/LfSQ3CwWvAr8ewHCsLaUKjoYNyIvxVIE2yDtWf+yIq0XzPlHiIvzU4Suz77cEo8KwjqRYud4Zj02PFzcex0tIpr50U7IbIryU5GcX4p/gmzQ8OqLiWBgdg24lbxZWdgRB01/yNCrOraBUIoicetgQMH3P4xxw2ZMNmWffO4scMu3XZutnHTP20DRYslbAlh6m511yqMdmX83p6bnmLWjlIr1m0emDzqlZltHPehUbBJazeq+szEeZvN3LIdPdRvtoninxV5/ZJCx4QtvLYGXrafeyDM5nUB3pudvbBr8xHPO3eEnULUc1KroIYlzDOMgindQ/ZSHIby4OdIvlUcym3PyO5dO/u4kQlDy/gxSTsYtEl40eERmPNehkqdk44iXz/N9H7Ix9UUVhEp8dPfhMQuMs/isJNapSaFPR6aYSaBeJdJGcW/nSsm1/qVhSO7+zOutMlD7SDGDzKMbQcPPyvR8uU3Rr7XQ40jvuddfHisDvwJC+1kEaYmaoQKJxLEyTFtKUbSDpHdPvhJq4wWD3ZstKasJW1RRk9z3ukh+eKaPmBHgd22eH5bf3wPfnbjtv7pzrEFP0w/tjRo17g21r/eWAY3tGZMuklaViBQMuhme0TzkmXQeE2PmX1l+EN+N3g3HkYZ2FeUctCuz/77T/mwj5/Prr7Cq/GP9GPjGWzkNBqZkNuPnhlfyaIm2k5Z8Ed2TLPHyIkEu1GNO+Y/ZNGMKx+KQopU8oAFlr4tGTftQ8mdY/wv5znKI09TKHCjX49/3oV66iPxWOaACMC27YOynit/DcmdrpjIEx3yOlSfltcSuWSNvKuMIToGPziW7DZU/6H3RC7P+d4hZbGh8vnt4kF2/7rKQ7w11Mh/2+Tk7Dm6pCWywlI5eu53teb7IKM+ybalj/7h31Nz88+PqE4DOJUQzq3x3vnZEbr1uIR/l67kdAyi3a1AyYVBUALaafM8AWJumyUUtKuO/L8kwv3ik8k1JUw8bo12tyueW8+bfz8eNmHgY8KmUKWcDOfWmHSbyKiHI479UQ93Jm4jdv8cRbbjyR0Fdnw6ktlGoejybAAmlFDi6kR2QyrTcZNW0WgHqPhDpL4mw44qG8jtBsp4BJzszDpk+rMJTGzU7ga0Euwj5z9EdlK1/nb9UELwc5+oD8gORM9DNDc9bCiXHW3OfOTrCApy/CX9W5uSVp2sPFMQYNDyWoKz+HPKNhhb8VO+94bZKp8y3IokQVMYMmlgUwizEYH1Z8NhxdxKdThvja3t8iIUO5KYAY5/5E5Z5VOKZ1g/4U7/tLVrCQ6ZrrXt9PLtUTrZJd2G5XFafurJRr4HK3EUnJhp/z2IU7QfAnPfS1/K3HQWbDKtI+MUK452fF94/qWgHw5K4/vjxg8M7tyoVXI6etf2XTxbHIOmPmqQd9WDxQnfUSpOxUHJEx1BI/DxS6K0wyP4t4tFGd7a+vIhxpG5fLgtu3W3PNhxKt+JkwQWauCJfxgXpFmKkTQ9OcZNCWxhDx8x9mScHJ88rylrSVuU0dOcd3pIvrimD+iTFAGt0Kcdxg19b2xHPR4sjr4tPpozru3qX3ZK5TjvXS4dk9Sh6BECJYNuNmQZvOZSZdBHb+qJ/w8hwx/quzHpNI+wSGdjxhNrudkYK21ycLIMz6H829z8jc0lBJMr7arCq8lVZEb+yNjARq1M77oX4wd/V15Jy43s4qdM4u7JHc3qaN5DfhbuNNdmw7XZ4DXmNp7U38aKf+ZhB+F5xvRTzHPIFeZ7WR3YeRfqaUMAPpphZe+PwJyxeqiUuXLnIfp0lr9ELlkj72Y5rX0MfnBM2a2tO/ec93RIWUyZQ7SLB1lQ/tqhRDP98OI1c4AlssIToi544KHnNWu+D2NIVGdr7t3cvGX+2xZe2D9KzKwSBY/tsPnMtjKaq3Huy+CHKIlykuwZEdAIa9woJ8XcLVHWWCHkJz7hjhvpABSV3IiylZ3Ufhjpx6awUldu1O8mapVBBAC7n9xLQjGHKVLomtRKi6yasIfI0YyfaALaOsrXdmbBVmWznZ7z47ATy4oEPzSlKPupiEQBF9bW2MkpX/Vod4duAwf+7Zt+IMs7Xu4GpFy54xkP++IcWTxm2v5qkkkR7joCZCdp+709103qn76xWQTUp+YIcldMWFtj0tti7E6UbUD8I5ymsqgdtCn324lzRB00++AgrSNSmfH3h8N3GtbWYOIclLDtrjTfZhvPYoFvVtyi/RGY+176kuamw0PsdMn0dgzjlflst0e7uCK+98/fIkPGo+C3095zO9Dq66nI1/cdxTDpo0glFOgv/YRxF0+U/1w61DiC/83hw0P18r1YkMow40WLL3/jUvrti5H3/rdkekN2zlKm3jxu8CTkeWlZS9uijLV0KL64dx9Y24AF6ab6V8oia8akBdW491Fb/IxZJYM+euW7+O1U3zQeyOVQMqi8WjqEDN++97myXFsHbnzV4jY3amVxz+R6ikFuY9wPcNxQfr83j7eWPE3i0wOvbpWK0uG55MJ2XkGeJIcmUeJmHuyh+ZD+bid5L5u1Gw2cQnKMlwJVXHMM+U2Rdoh77HlOe/eysaudzzhS2c7npup8beF26CZdct31hTnziEP06cTBNzJXxsKv1si7WVba2nkMfnAs2S3rnbb6z3lP4h9KFpPXEB2CBw3ly2+t/NeOGXjnLlkBL8LzDzmvWfN9+A7MzbQb3bu5eat00cCeHLFN6sNO8dx2GjtLdIyxcnOyLJxCUSfjTnJk2W6LfN51tDzjsKVjo5xUcqM2zPNcMri2cQkK+WyHG8WX3Ud2eNiR6Wg85WPGWWK7E7KNT2DzTOFA4OFG8LOy2h5V9xH2H6q4PdkBJG76GxSsNDvKYsUi/cfsfdOP5cu/XeX2nHRonOULQ3aS3VcttbuS3cskHkE/+7XjPupru7dfHheOPLf4EtTaZwpqu2cpScVH4rCn6NA42LWaZWZfawVNYQ9l9Tx5J1u7z0lD72VOfYbS9f2cUrLPq98xmfzWINrGpZi3m9sqaPq3Sj39+qsjgMLQznwCnePkdmSE98FN27ZDjiNjfHioAW0dhFs0Yo/RMTDCh9rycoxaWtbStrRlLnXjeYfgi22dD9kHlrZnSfy+f6Vs17ZFfu14xD00JolX9AiBkkE3m2uQQR+9reH/ReDITAAAEABJREFUrZw+V4Y/xnfT1kNN59ZF3F3U82qTVovoKX9J64ok33tSfx92yqPiJplDpRI2/dgUGOYn3EmOwNstaqG7VRJkeG8fWu7s+V+2vZU9zSHbOWBfp/v2TO5Mura2tXJnjmWH6NOJQ/9975Kx+rhL5N0sb8g+FT9YK7sN1bn3a99TfnPiHEoWk9cQHYIHDeXLr33fS+S/JbLCUjlavaZozffR8kf5H3turoyTUjKPsUIpqJLG4hzTvxUCdIpdZTnGmOGt4J5+PkArh/m86wh2xjmWTXve5p0DtB/8MZFvL1p2zI2Si+KzTTPX3WLYpxk6st4qOW35bplYnz6frSRTkNqllQo7YfqXQZYiw/MY7Zt+LN8x/2PgrCxCITvJbqghcueF3Q7iGVz/J8cN2SHheFAKncLaoxKi6bvtTjnKTcJr2+8NMuLuomPgMNTf2j6hPtrIvu+UvJN97rYOvZc5dRpK1/JaebT9zjOiuGQn6bPcjjP1R9bdr5M7BcVpFaEUnnnXjzD3CdvF2B8LFnYIats21K6148gQjmP17eNOjX3HwKh/fzlGLS1raVvGMJnjr48dgi8eqw/MacPaOD3Omc+aMSnTlr3ZHtVOHKa+w2vqN/dNBs13dCj7mr6blBWz7Xh1X3+n0IZkUX6ucXElSqafsslzZM73jIh5ki6cW+NuTic7tg8j/04ldypeXdnowuVOVSy6QWBoPOv7tIVv/XeIpvp0n/8u3t7yddUbkgt7eYksIu45qK8LfqAeS2U3aaaoxzHja/8hZLHMr7d91/vwoD6/9rl930PvemwO0GKxqz8p6xjvYs33AUf1Sbp3PJISKht3iba7dbJeViddIp3Pvd3GtXJBq93GecF4aD9+ysPwOolpj38r0F0w7CTMmtuvHKYi1mTeDwJZFXVHaLvrUtxDkHvz8lio/BwFhRM3mqMoEw85avP/s3cX4NJ9V3nApw+UAkUKwYpbW9zdg0uDa6EJ7l4ggQJJCBQnAYK7BWghSIITCE4gFEpxdwguRdrQ0vWb/6yb/Z1v/M7cO3fuO89es93ec84+a6+99j7OstBXW8THB37ciirtMtonvzP8xmu6rNxlYYfAeVndtoh3fQYc28idYzQlQpvvXSR0HEFruRHcEALBgiDU+SdWlTCoi+QXlpWs9mByHUTfftfVinr7V9mHwGFV2WM4Qe7o7zOcOsxq0qmPRd3W2LPZONbCYzxKgx+NYba59CINDfJRS9n5wY7lkAe5V2x94/ZBoVHDk2Y7bWdlv54EW9IuL+6xb9f1HhnboIs+uMReRofAyBg6bt1Sz/iOwiR7H+1T1y59Ue+2tOqaHmJcHNt8HffAsnfLtrhM0+3zTpqWcZv9470QHvTwdwJe5VA86CFbd6rPjbG6+cXuL6Fhu43T6LcqwLu2rLn56vqf8qHtt5NqTFtJNxqTY3y+eRZ+dpxPvWTlxtOVtdRcFd+pcvwEG3l+R20rYcu26QsPHQ6BVe/qXWuY3tOOGuh7eGpvuqfHcV071vFY07T4T3lGGsNGfndMcwy38eBYvNuu7Z2mPwQvNi1z9F9mDBrLmbrH670L/zfmM9asklftw0dP28g/fa72eT7G8VGZZzc3P3XBgg9aAL7Jx4BaCOgmcqC/g7HFY5bYTc4iIXHnl8c5btxN45kOHXYs+wOqYF9QhLcVdG2roAvz8wuXVdCFc0Yl/qcXHgPZvtvVF0WstMaBqPGS2LaObb5Q5gBgQkxtlM8Zm1Z4fYSEHzkrgr2Mds2vXV2O9tJ65Odmb0P74ryp7pHRg4cDoaftcQ846L3bOzKoBqn3rgwEOA6r93EVDGsF3WUISccBqsuTcFvh9L44qGMXcm7U2Fbawn0/YzJ9NGps/y5lJ+3VI+A5GI/csPXspYZmWJQxJnSQr7O2mz1qanoeLI4IR1Y4e4HEmb7jfeEjaL3Kanuc9MtI/nHbsrTqGctalk/YKbxHaM+P2q6+FtvjnDa+Yf1Z+NCvfTGqIi6MscpHz3pi6vgLC2ydoN9P+9S1S1+6vmX2ttf0EOPiddwDnqnut/u0rzd3h+9j7/NO2qeec80THvSeK2uM6Hf2PSGH+78sD3q4ljyppAM/N08q+JIu1+ExVYaz3MqaERh6D3AjC+Rsi+yjlqUPB5lcixvJuelToekYv8xNIORdII5w1IL8h/MMtI7nvyq+U3N8BIXd1HMv4+oDKvBdi2IOi8C27+pdaz3kPb0LX+LdfBl+d9d+7pLeeHAs3m2XdixLewhebFm5wi47BiljFe3L/23LKxg7jT9d/6HmNfs8H2c/Nzfxa6BP0fYFwPFst7eqRjozgMabF/h7lr9XMaQdBSm279Jme0Sl8eIfJ92EKg7LrqgrM59WNdFm0saRWfQSdi5jRc9GxupFK8BXAN+n7B8oIvgq6+CGQGwUCHQFGBcPQPtX2c76cW6nlW9CaFurfbnQam7nWbcVZtf8rfXaZcPOdSYg7LBN9r44b6qbgIZwuuv/pHLAkUYmoo3r+jurlIZuRd+hFUewSaDgPqHu7+XK/9GVcKr+7jB4q/MVdZfZtF2oM+yLQ+ffxXZeU6e3AmWRwbbjX6zAkektb8wNQMB41s10b9JAtuBkYcQkjHZxxztDs91sY+/0HDHhaBSAjvenOBOU9yuHccZRGuVcacZn9XUqlVVWZ3IZn8q70pzKe2T8uISFIO8AzwwGTN+tEpu0XgajEQTPoHcrnL5mjCj3w4uYfeta35fZrPuijnW0zTU9xLh4HffA2DcY7PNek29K+7yTpmVch98xN03XUX/X6V4IDzqbGX9OlQfta3VI+5SfGx/sw+/iuae8Xo/VsHB+NRv5CBG+U9j9K8BHj7yzvYfx6xW0tfFcKstZ2R9UucxRnNtazrlx1qBFuLlnyd/4Hjn2PAc+4zzmHao9eHBtGD8CU8ExB0RgfJ/twn9taoL7t9Nc9p7ehS+5DL/b7T2WfUze7TJtPgQvtqr+y45Bq8oV7p1vjOBG28qS5NuGVzD2KLfpkPOafZ6Ps56bn7qQ0zY5E2QrQ31DGNhscewz3FpA58X6oZWICnNZc2PrtZdaC5QEWpGhach91eQLbb5+2PUaBMb+eUiEdTwNUF+KHFdqO+5QNmEaIeW0PMLPadgyf+P9nBXpi8dfXDZ8e6WCwG58iCr6DrNrfpM/q3BdCC1dgtJ1K8edtu19cd5UN6Ek7c3xGr5xVWoQQwbLXjXvZ+/jKn6VeYqKwND6op2zWst7hxk1IDqCQB8D2v519r44rCtzVZzt9OOLgxCMsJ8ARx73IftUyPVqOpU2nVI7XM/HDw2ioX6f8r9JUV/Tcs4wh739nB/R/hi3rAtDtMCdP8yNnEfrvCVu5FkwiTPOjHWIm5Lzgccwx2jQWll2xs6Y7lTeI5iVcaJonHPusVXgbi+t1stg1OW0bUyiWd1+tmtsosi9b13b9kUd62jba3rZcfE67oFN75Z1uKyL2+edtK68beN67GRvm2dM98DyNJXz2kx40Nns1HnQY9wc1/XcbNsXY7Wt4mN6i2DjIqHrZiG50zjqhVDS4ruPmdpFpBzUabax8ezy2KZubFcPYWXn/ZRySFPWUnOVfKfnV3vGhjx7eSyslTUbhXH8p0DGzKZTaM8+bdj2Xb1r2e61Q93T7t1teCxtvAy/K/+xyfN4DN7tsu2+LC+2qn7jiz7vOwatKlf4vvyfsWaU5yhrmbxqaz5aARPa9Fzt83y4t9fNzb0LJ804eW+Pnw92k5x6a21JJyiiZTK2leCTmvb7DoEmY74a+LgKM5Eu68K4AQnbCMRow3TEE8sxrvRNhS2jf7p12NkbLdBSH38Vd5cxMf/hSagJvQd0vGlpqN630hEMlnVhaK0SIFBHFji2d1P7xzZ7eLsM5TR5MNrN1g8fA+LeRLQ04WrCPU1Lq8vqv75O49q/a34DBGEhrawug02bk70JD2n2wVm+TXVLQwOAMIKwxj0qbCQrPQ7F7tUcQqCOt0WV0NMKM0ZwvPfcK9PzhNzHj+3MC3tb4bTk++Awtml0Kw+N99sY7x7AVNu6POKCyXy7yqjPZc3NeH/PA67hz0ph0zVUv7RKXzpt7Iw7I9biOtOIe4eNacf4ffN5ziw2eZmMZavPWOjefJPyTLexVdDcYH6MR3NP/emXBRJ2eS+M8XAcI0Wo25jz6TwLmt4zJnLjhE8yjBHNYe51/T7Ee2SKyejHNCwbh7WrSRpbxuE0HVuNQ7S7+wu3+2LUdRnvLUyNGMLYWPJalQhuZc3NPnVt2xd1jm0Y71OVb7qm0iD33mXGRWXscw/Ih89gI/3edJ2lQ67pLu+18X6Sf/RP6930TlL351ch/U4q56VNj53sSxd2zQWEB53NTpkH3TRujOPI+Jy4rYx93qXc3lv83GjTczPl5eQZ6xrd4rzvejzwnhvHCvFj20b3uKhPkYPW5PhOMD4br3zAr/uiPOHe0R9TnmldFTTTX4JR/Cg/Gts8usU12WFmB1r728a/et/jCTpsmb0P3zm9xtO2jXiNOKsfT/2R5RjzwM9Cq7MU+53TdiW9VmPMbLrWhlyi8k3v6nX8l2rH6zlet33uaeUtI+/JbXks959nyb09tk25niM8xzJ+d10/x/t0l/FAnU3Gqw8uz3jvauuheLd17a9qZyMW43USh+ByGV5MX8a+dR2XHYO0bV3fjKe7ypKUuS2vsA8frfxNz9U+z8emubl7Xt1ovBb8p0o9fj7oJgg5gUibx6olTRxajYQltCKpwROSSdPkHEtpbKG0ZZqQjRbP01cC56+MD2UFzWiCOlz2XuWR50vKHg1tSnmfoQKVW9aFUbc88tIkJFy9iBwctpb4kANNJB/SeN6KI+HXr3LeYWyvF29l1NfDtJ2fwFA7bFF0pmNn2tR+W5ppWclHi3TZTUqKb5DtMml2GoDbv87GVMEVhoR7zotju1YEs7ZbHzq/bbE0R+FpEs5+3UUlm/BYJJvtinPnW1d3p3EPOpfQPUGbGCbuWffwM1cih2IbjMSNxyiY5NJe8TEi5+LRWKvkF2a6UieCZjK7aZnGZ8cts3fFgVap+8j95L6clknTTJw0+jLGew68OMS/dkXoj/vbC8Vqu3sIfUbFxdyNgKMP3FM93pgsdCpnDsMctrtcl33zqRcD4mXimhnPTLI8+7TsjVHrFkpMrqQzrnZ/pveLOv6k/pzZSQPaGOqsQv005phQyc8/3WJtUucsS+8JzKl83BbGqsjZpn57ho33xvd93iMEtuppGsdh4/iycbjTtm1y+y7lMX4b4/TBIh2NHBNdzHVFz/bFSN4mH5Fw9IvxFF4wffuKnLZz37q26cumsXvTNa3mXpjLjosK2vUekOcr6s/18hy6ztu+RyvbbN27ZYrNmvtrpt7pddOXVe8kz4Utp95J2hG6GwG8mvc3vsa44H0Ot/Cgs4089Dj2GVem9ya0L8ODTp+NQ/Lw656bkZfTBya6GowAABAASURBVLSOPzKZ9M7zvvNe8T6Xp8n7yrsU4Z073DvWe85zbWv5R1eE9+Frlu0+hKmFYkKbCrrDEOZ518lLg/E1KtaciHBHPT404XiZCp6bde2fJ6g/71BbZPEZ3vl4bwvwznS2aD/OJSr5UrMr37npGm+6xwgHjMnen/gIfXf8mQUe4a6JZ3tpYxO4MwKb3tXuSfct7N1H0wrWzSN2vaenZY/+bfiSTr8Pv7uun/uOB92eto/Ju61rv/rXXSfx6DK82Krn/hBj0Ka+Gfu9643V28wB9BWNvIJFFGO0d8XIK+zLR296rtS/z/NxtnPzmyLkdOGQlVOCRJN7Lydhq8jDQbvP4be0xValE465//NyLGMSKnjmxrKC0JNKYU1uKHnZHbbKpkXkkFmr4qvSCLfaa8uxLWxj2/XJ6oP2StfErw2r2o+pXJav8zuUvLeXC7MKxN6FtM3WRuedsl2rY+b3woGns6LYI2O1CY9u1644d751dXcaNkwIeWHinqWNPLaTYEi6JgJwAyq/lz8NZu6m8WNOwjC+BEDcyDaOcfuFsG1oVxwwBu4nAu5p+cLESTONa79niRaagbXD2BYgEPdx6OaX6p7yrLtm097AHPauwTROmDhppnHCxEkzjRMmTppp3OjHsFmx9eyvGofG9NzKdi/oj34JW0XODqMN/+OVoNN6luRf1zbMhO3y8ulHZb8w8gnTjovAiUNdh3qPbBqHJ1VfeI1nxjh9cBzFsveQxPtiJC+Ch/EUXvotbBXtW9emvoh3P6y7h9ZdU+091LioLASLbe8B6fe9zvKue7dswmabevVl3TtJG0KrEcDXhAedzdyLI0r8657bTffmZXnQTfVfloff5bkxjq56r3hvw2nV4gf+B3m3jfh6z+lDh/E72xpfuaqsTtu2HWLO4TQnMoHXzo4bbeGr2j+mM4/xzickxXcau8b4TW5YXOU8B6ben/gI17Pbpx2uCbvDzsEmHG+6rv6se1evu8/wZO5Bada1fdt7el0Z4owf2/BY0qJd+F190Bd9knck95x7b9UzbCxA7t0x39StjmPxbspe1X59EifNtE38h+DFXBsYLeMJLzsGabf264f2LiNjxS78X5eBVzAnN0Zzd/ho78tHr3uuxvJ3fT68V85qbn6HkHNEJu5bg4Cz3t556K2bnFBuCIrzSAgYAA3gXTzNNIOugc92/DfviLJpqgkv54Wh+ekjPh2wqxZn54sdBIJAEDgXBDIunsuVTD9uAwLhQW/DVU4frxoBO2OaNtadBEHgCAiEFzsCqClyewQi5Nweq3NNaSu17Y/dv28qh9WlsmKOjIDVmHesOsYVehq1tsE9WYUzhKBfWY53K5qaUTgtzrZvdigIBIEgcFsRyLh4W6/8cfqdUo+LQHjQ4+Kb0oNAEAgC14FAeLHrQD11XiAQIecFFAd1OAzYCtoXVakOyHVGQzlP0vjYwOdUy3xhS5ud91PemCtCgGDS+UrOv/vkqtN5Usg2E+fxObfyfhW+7DiEr6pwh8Y7B8mZTFT3KygmCFwVAqnnhiJg3DHuOyj9Y29oH1Y1exwXnXmccXEVUgk/VwTCg57rlU2/gkAQuM0I3CTeLbzYbb5TT6Dvm4ScvqrUdALNvTFNcH7Gx81ms/esFn9QkTOwyjpJ4+tn718te98iXyF01kg5Y64QAeexOAf1AVXnuy/Ic/fl5f69olXmYRXhI0a2uXvxlTfmhBBwDZtOqFlpShCYOVfQuP/ehYWPWZR1NmYcFx91Nr1KR4LA9giEB90eq6QMAkEgCBwWgeOVdpN4t/Bix7sPUvIWCGwSctIma9qiuCQJAkEgCASBBQI9drIXQbGCQBAIAkEgCNxeBNLzIBAEgkAQCAJBIAgcE4FNQs5j1p2yg0AQCAKnigDBZNOptjHtOj8E0qMgcA4I9NjJPof+pA9BIAgEgatAwJjZdBX1pY4gEASCwDkh0OPngyLkPKfLevZ9SQeDwJUh4HzapiurNBUFgSAQBM4AgR472WfQnXQhCASBIHAlCBgzm66kwlQSBE4fgbQwCGyNQI+fD4yQc2vMkjAIBIEgEASCQBAIAkHgyAj0WcbsI1eV4oPADUcgzQ8CQSAIBIEgEATuQCBCzjvgiCcIBIEgEASCQBA4FwTSjxuJwMV2oxvZ+jQ6CASBIBAEgkAQCAJB4NoQiJDz2qBPxUHg2hFIA4JAEAgCQSAIBIEgEASCQBAIAkEgCASB80fgVvQwQs5bcZnTySAQBIJAEAgCNwaBp6mWPl3RaJ62PKismCAQBILArUIgY+KVXe5UFASCQBAIAjcdgQg5D3sFX7uKc+Dpu5T9jEX7mEOUsU+9yRMEgkAQCAJB4LoR+NRqwN8U/VXRQ4qYh9XfXy/oY8qOuS4EUm8Q2B2B968snue/L/txRadm3qEa9AdFf1b0E0WnZjImntoVOf32OM+46fRbmxYGgSAQBA6MwCYhZ85F2h7w56ykjymC2ZeW/cFFu5pDlLFrnUkfBILAgRCYFGMsaJpExRsEgsAKBF52CH+xhfvlFjarw7hDQSAInD4Cz1dNpJn9lGW/SNGpmReoBv3rIsoJ4/hTQSdhxjb1+Jcx8SQuzck2onlP9sk2Mg0LAkEgCBwLgU1CTlqJTZdtw7nnf8FJB59n4t/Ge4gytqnnMmkwWB9fBXxK0fsUxZwWAh9QzXFtPqHsFy6KuT4EeuxkX18rUnMQuFkI/LOhuX+3cC8LW0TFCgJBIAicNQLLxr9lYWcNQjp3YxFIw4NAEAgCV47AJiHnlTfoBlf449X2JxQxf1l/31K0qzlEGbvWuWv6t6kM/7now4s+qyjmdBDA9Lomrs1HVbPesigmCASBIHBTEMCTPO/Q2B8q95MVPXdRmx9uR+wgcPMRSA+CwFoEMiauhSeRQSAIBIEgEATuRsDL8+7QhOyDwD9UJtvNbXm5V7kfWbSrOUQZu9aZ9EEgCASB00QgrbptCPz76nALOX+z3F9R9BZF3q1lzX61/r66KCYIBIEgcBsQyJh4G65y+hgEgkAQCAIHRSBCzuVwPn8Ff2LRQ4tsNXWWUDnvMG9evk8r+oyiNyyiRfdBZX9Eka3C/7bs0SiDht0jKpB2yneVLf9Lld1mUxnS/bv6c97nl5T9A0X/tejjil63aGpcXxp9+vGfFpEvUbYzWr6nbHnvX/bTFm0yz1IJPrro3kVtnrwcPgKB3rncU7NLW6d5p/5nroAHFJn0fmfZX1OkH+pueq4KG81Tlec9ij6n6PuLvqFInpcve2peqQJcDwSjpyj//Yq+vEjezyzbR6HKWmouU5czqtwXP1Ilf3bRaF6hPA4P/+ayaTC55jBwUL7rW8Fz89b1D4eyLox7QhhyJtZFRDl2aW8ljwkCZ4/A01QPfSDjC8v2zH9r2R9Z9KxFU0O78G0r8L8UParIecyfW/YHFjnXraw7TI8vPiBhfHE23btVCs/9Y8v+4iLPellzY5z9qnJ5VxiD3rXc3g9lXZgu0/EUL1qhyny/srVbmcb9Ny7/MuN9ZMz+kor0LvjRsh9d5L237KiVrqvbv834+I5VnvHUO/JNyz01z1ABPiwk3u6Af1F+79CyZv9Uf/rsQyUd9v8WYf+77JjzRsB7uum8e5reNQLGv48tzzcWfV+R8fS9yjaulXWXkX4b3mjMaIx5zwpwbr4xEl/3yuXfxqhvm/bhy0a+m/9DqwLvFHz/q5a7jXF407ygx7+MiY1a7CBwyxFI94NAENiMgJfv5lS3L8XLVJcJ1AgTMdoEShV0YQj3MEkEhx9SoSa7JsgmdPzy3qfC25jU0koxGVXWq1XE6xfJ70uOBE7lna0rw7X6sEr0P4pMXk0AX6Pcto8TYpmofm35TRzLmpt/Wf8Ervph8oph/MkKI7glAJP3k8pvm/yyiXxFXZjXKpcJ6auXPRoCVqRNHb5PWzvvMtsE+dcqQh/uW/YbFP2HIv1QdxNhcwXPzUvX/38vIrB437K1/63KlufHynauaFkXBhauB4ITYSLhAkGnvIQX31upm+Es54W5TF0m99rjvniVKpGQhQAFYYh9iRRj/WYVhzl2zWFAOCIO015RMxhg+LmbtFs4gmGH79reznebbFg23aZ+39a+eq7+Z3XeIoOFEc+OMZwQ85cr/DmK2ljAsiDx9RVACErTxgKIM4pNmn+hwi2ClXVhenwxhr93hf5gEcGm5/41y03gqUxjlEUZk/x3qnDvCmMQYaT6KujCdJkmycYN493DK1a7lWnc/7byu4/LujAEn79Xvi8r8h7xLjDRf5Pye3f9StlvXzSarkv7tx0fLfgZT70T1fXPxwLLbRyzcCbeeGxxEY4VNXMdCCG8O2EgDLYWerhDp42Ae65pn5Z6Tzftkz95bg4CxgXjLD7IPeOYHYs8xtPPr278VJGz4Muam0280ZQ3mmeqPwvlxtUvKPe7FBkj8XUWkoxpFbTU7Nq+ke/GXxu7P71K9k7B9zefamzbNC9wrnrGxALvFhnPQNMt6na6GgSCQBA4CAI9fj6YMOogJZ5ZISag/3fo03TCStA3ChNNTofkdzltr2vtHtoov1gp/riIwUARbnKvI5NLWjQt1FqW1sSUVsyyOPVgGGngTONpEip/Gj76baUf/VP3GK+sy7R1LPvZy0Nz0Yp3OWd/W39/VrTM/OMi8OnL/u6iFypirID/EceCMMmEiybui6A7LEJRmkt3BJaHJhVBK2a5vHNz2boIyLtvCnTfaa9+Y4iFNQlvN9vXNWHNPeLPP6WOv2x7p+Weq9/iRtO59jH9ugeBZyqLpnRvky7vHcYz02MJrXfvh1e8I8WdHgtGtOSnH5LrVCbvy7TJLZ7RNjf+dNrRNl4RSI5h7SY4NSFu/2hbJFmMJfNgglT9mHvqbzqueEcQtI7jUiW7MNq3zfhIwNqZvP96ct9h43v1tyvwfxVZkCEYtcOgvLO/qj9hNKEIlMsbcwMQ6LGTfQOamyZeIwIWaTzbPR/562oLPq+sucGfElx2/K680byQ+jOmWUgu5x0GP9jHYdwRsfDs2r5FtrllTKcxP/cs/p64sLeZF2RMXIB1iyxjZtMt6na6GgSCQBA4CAI9fj6omYaDlHpGhRBAmsh2l6wqj5PCUSuOYM0EudNObRPoFx8Caa9g2kyECUtpf/7FEL/MSahGKNdxPmxEA8gkmpCMv+OUP9bX4W3/fjloz9C8HCe3yqmolcYKuG0+toqPiUyuUTNyh2yrekzq/xVHkba/QNmwo3FUzgvjGtnCLsBWIbhz+zovDUhnpZqY07ISjkj72ffQ3f+2Tdn+SSjdsbRuaW61/1B10bCl2UUjlyDcPWFb5uOrIppc+owZf9nyj0Je/a6gGQ1TwhPuJttPXRtaCoQnwg/VXmWFgsA5IECINi5amVCbDL9Rdc7zWNasx1iTcc/ibPH7b2U7coR2tHzlnRuLSrST5p4Vf9J7bv9kSTztUcK+UVAomWNDPermAAAQAElEQVQp2KuI5jotd1sjxzTGgfZb8CFE8JEyCyXGNNpHtod2GkJJmkbtX2ZvGh8tTo35tKv9xmfvv/YTCv9ueWjvWajrRRnCT2HeV8bDShITBILAmSDgGKSRl6OtjofEr5modDfxtD327cobKQPfaHGHGxEeGnstnhhjhC2jfdq3rBzHbtDoxD//fCUw/ulTOecG375sXpAxcQ5P/oJAEAgCR0QgRZ8lAhFyrr6sJq8dS3ty1EIZhZyEf6PQqfO0TSum3WwaNSaU3LbeWSUmKOVfRZi7UavG1sSvq8S/XqSdBHHlnBvX9HXmrrv/bI0xebeFHXM3CmcxlTQV7851Twim8IvKaXt9WXOj3bb+IFurBR6qrcpCGD82gvUTykHbkVZqOS+M7Zf/Z+EbJ9O2SdoGJcr2blv6uRHNp6fmWEK0n/TFxJ+G7Jhk3Lp6iLqcoWe7qG2yBCvqgjdGmMbXV1YAwTuhtC2p31T+Nn3Wpi1XrkOHsx1DIIzgo+/RQ7RX2aEgcC4IjBqFtqzbJm7MMCE1XltY8Nzpr23lbGRb99uVwxEiP1P2fyz6paI28rZ7altscGYlQaNt3WO8sowHhH3GIJP6jp+eO9zhbNu+LWgY42xZN2YIRxaL2IjQ0Nhikm8rKOGhxaCpULbHFnmmtM34SFBrDOq83pu9a0H7LNp0HOFGu2MHgSBwOxAwDrQCAf7G9nF83N9U9+2aMS6Vc26Mwxy78kbyOIoDb8yN1GPstXhisQVvLHxK+7RvWob+eBe8e0Xg7ywOHWJeUMVdjUktNxIBiwRNN7IDaXQQCAJB4DIIjC/9y5RzjnkfWZ2iUVfW3DgTkcMHHpwdxo0IGdmr6A8qggCurLmxYksj0dYZH+aZB274cwZcJyHgm9ZJ6IVB7DSrJqfq/J1OVDYtwbLmhuaRbZlzzyX+DtXWbsIftqNsjGIzxM7Qq6C5IWxtjAktRyGkdD7g0YRpnWda/C3DChPt/NFFktnPlgOjWtbcEBBwHKIu5dKCdV2VOZJ2uC7OcsIgE4w4BqCZfWlpYbG3oUO0d5t6kiYI3BQECN0s8HR7aTyPY6lwAk5hxkeaPcIQ7UPh3Mj7Ylw4kn7UEJUGea5N4LnROA7ze8ZbsEmj8ecELmhc7FoEzS1lPmzuuuePpiYh7T2+2cy4ifiNl8olMCWkJex0JuZU2LpqbFHXNuOjupxrzEbGn36PjoJli3WErdLcNEp7g0AQ2B+BfzNktcju7Mrm1Wg+jnOUke82Bu3CGz33UI/xb1xUoS3pjP0hyYVz3/ZdFFCOZWcJH2JeUEXHBIGVCFjMbFqZKBFBIAgEgXNFYGQgzrWP+/aLxuC4Zd1KsPN1aKN0mZilcVLb4VObdo1JZYeb/DrXzNZpL6EOX2Xblt5xtjYSjLWfbSvMuOL9bAK3IGcfjckwmaN/H/eh22q7KJy1xTZR18WXgAmhhSH+xhcjPPbDliCaWU2+kClPk2va7nU2zYKO7/IPUZdr2QKNLr9tB/AT8tp6SouWBq4zOG2N7TS72Ido7w71JWkQOHkExvFKYy1AsZfRNG0vrIxpW2O6w7YZi43fnZ49Ck75p/HCtiFj5Ziuj/2wk+BRFWHBy44AwlHHodBuquC9zLLxUUGECT0289MkV78FK34kDTsUBILA7UJgOqY2n9b2Uw5wjLzarrzRKOSk4T7yy0MVdzn3bd9Y0HQc7rjLzgu6nNhBIAgEgSAQBE4IgdNoSoSc66/DqDFpguhrjKOQk/DpT9cXMY/99vq37dg2lRbYVdAM/rYTjFotwqdkO2GHjUxfhxG6WdVuf58f1/5V9nQyvSrdLuGHbiuhw4gx7SJbOZvhFTduISU0HNv7a+Wh0bSMbOO2PbWSbDTLsDpWXRrzavVHAHGvstv8ajkIdAk+y7mzOWZ7d25MMgSBE0Bg+lwTwK1q1ji2SbNsLH4KEQNtOxYPWQ7mnLalF7Voq47nCvu4D23VTR/QW9ewKY6dVv/HhUDCTQKMEbsIORut2EHgdiEw5UmW8WnCnE1sJxJ09uGNRr4bD6mcbWif9m1TrjSXnRcoI3QTEUibg0AQCAJB4OgIELKtq8SHWZrWpTvXONqCtiB2/6y8vmJ7yh6FoOVda2w5dL7a81Qq21fGSeEoOK3ou8xvDCGErTTyhqDZi5VnnNAShlXQ0Y0z1cZ6VXjottqi3dpQJuHOnoQlpte5cFbaCTLVjX6r/sZr5guWzkFaRq7nmLay7mSOWdfbVEtacE0I8TLldxSAjyjZzlXejWbKzB+zvRsbcwsT9NjJvoXdvxFdHscrDfYhHvYymqYdj43o9GOYLZX7Lkh0edvaxuFx2718zppjIwJO44gPCr2BgAXREKchr92vtwg7tDVuWbc49XlDBc4wdRzIEBTnbUYgfb9VCDiqojtMoOg4i2W8mkWZ710k3Ic3sli+yD5zhMi4DV34smOLhO/TPvm2JbzsvvOCbetIuiAQBIJAEAgCtw6BTUJOWoZNtw6c6rCv0BKqlXNuMFe0JnmcoegsTO515KNFhJgmodI5i+eDy+FjFWXNjbPK5o4VfyaCYxShSbeDIMx5amP8+HGgMfwQ7nGbjzbQqlQuN/vQbbVqr1xESOcrwSbjPtrhQxkm7uKaMMrj1zJ9zMfEvuPbdq5mC087bFf7mHW90NAY22J/euF3H63ark5wPm4NfaXK4xnva3PM9lZVMRMEeuxkT6L28ibT4RGwzdo43yW/bTl6TCvnzAfnLKJ4lox9zm8TjmyZfCmOBVmAMNYvvLOfbMcV2MYFH2brbZm2hVsY6ap/fuFwDnSPB4K+u/5aQ1Ufy3twQzgxChnG+qPFeXC4U2AQuDEIjAvyxjAfT5s2Hg/jI5E9buzDG/kI2lguHppfmQ8ox7sWLTP7tG9ZOdOwQ8wLpmXGHwSCQBAIAkEgCCwQwDwsnDfdOlr7V2lrbrtV3ZmQ31KtsyL8yWXbWv3Qsl+yqM2mLdNfWwnHSaLtfrRfHlHhVoLHifV3Vdh4lmh5D2qc4zYW6MxMbSGAFH7oto7aUwSbJuu0o2yDJHTg/+iqeNxm6oy5CpobHyFy9qmw+1eIj3oQXDsnyXWooEsZ5XYBh6xrZK597OqzqpL3KfqBIkLespaa8fq8TqWAnzOo3HflnR2rvbMz+xFMNp1Z19KdCQKfPfhNPj1jFoos2HxHxb1AUS+UfFq52xhzjCXfWgGPLnpMEU3FsubGOZdzxxX9mfz/ZtXlmf+askfz8IVnHFcEmey/Xzm8m/S1nAc3FgRp1C8r2MebloUn7GYj0GMn+2b3JK0/JgKOzrCI23V8Ujl6l46dOnat4H3xcHayVPRsHMO25Y2MMz7GJj96h/pTrrLGj8BV8B1mn/bdUcAKzyHmBSuKTvANR8CY2XTDu3JVzU89QSAIBIELBHr8fFCEnBeYrHQ4R3PZluZVws9pQX0W0HNWxEcUfXERTU4ryOWcEdh9Gcca8uGJD634Lquc8y3qGLVm/ITRMlI297GIUJP2U5dPkxTD1tqoh27rx3VFS2wr/y9S4Q8pcn5lWXPzufXvjLmy5sZ2zA8qFwbah3toh7r3UQVfyhyrLsJiwoFu3AeUQ12btK3cr5X0wjgegdZqn4GnjKvC5qIRN9Dhg2BNN7D5afIOCBD809bsLMY0ZyjTeuyw1na01frxHVj20xTdp8iH6QhIyzk3hKE/Nndd7Z8xbbr1UntN8rXEGcbOuONGxk8CUO+msf3iDknjlvUu1wId4UX7Y58PAj12ss+nVzexJ6fdZgvVtDdHXueNq8kWX5AF/d5xY2yrqNk+vJHjOj5F5oGevdwWsMqajYvD/E37tK/zrrObl7/MvGBd+Ym7uQgYM5tubi/S8iAQBILA9SDQ4+cDm2m4nmbcjFptZZxuS/cFXed1jj14YnnGlWKahhU0o6VJiNmTZGFNtH9o5dnCLmxVGeJMUl+hHI8rmgpdMXDqIGykfVRJ5mZdeRKMW70JJ21nFr6OTJIxnrQDx3S0Odu/T1s779QmLOgw14LQ08o7RrcxFu/Mpj5nCQP5KhX4MUWwKesOAz+aWj481BFjWaO740esxvhj1KVO54/etxyE4GVdGFvxCVX6Wo33nEQEuVMBvDb+osgi7l2xqWwxQeD8EFj0yETW1m6CuOk4bbyjKU5zX3JjqufHBHwcE8QZV4y/BJ4fLmCgvxjc4/gheBx7HTkxHbPGeka3vE3O/7TANY4H2mo7+GtVIs99WXNjXJkuhkjrHfLp8xT3/I1lrWu/1GO7pv0TD5fHcgykbYM3ziBwgYDnq+kiMI4bi8A4JoxuHaItaVHJRxWNf8JGwm/j1WhdCt+XN8I7fmQVMNZvvMfLO5O4x7u2K+nc7No+Y+lYxljfvMD622VeUMljgkAQCAJBIAgEgV0QiJBzO7QcDG5roi9d+/DPM1c2k9+yLoyzEMVJI+2XLGKsUDvvRxxGzhlvbNp1hFW2Wy+SzlaV0fHOZaTJp3zb3QlIaeo9fSVQxzjRrKCN5dlCSBPJVsynqwwjY1belcb2TCvQtIBMoNmvO0m9a1sn2edeH1Qat+ITrpLQ+xiRM+doH80TLv5GDSbMq7NKYWPF/jUqDbwIM1wLH5CyvbSC54Y2KAxg8bzzkDv/aHWJk0YbxthD19VlO45AW2zJev0KdK35Ccf1S3ucVVVRF4aAxLmCz1IhhDHOF+R2Xl8Fzc2u7Z1nyl8QOGMEaKe/S/XPeGg889xYNKIF/gkVToBZ1tyYxNoOYRxxRMW9K9SY/rRlex6/veypMRYZOzyznuEx3iKXvP3usF1zjPc8qwt5Z4xxo9sH7Xx8yJjs2Vff21eC6bj+JxXmnUZDyseJ9FVa7xDCWR/m4B+3vK9rfxU3Wzc+ikd2GrCbRu37DosdBCDg+WriD91sBDbxV/hFZxrbEYTvwyfbceMjm/htH4kcF2r24Y0gaBHYGGxsN/YZU9+qIvDzwo3BePMKusPs0r5NfLyCd5kXSB8KAkEgCFwVAqknCJwFAhFybn8Zafv8eSUnSFy22lxRM0yYNNLyj4TxsW3QmZlsq9NjfLvXldFplEVz0gcdVm2z6bSbyjMBpqUjXefZxjbRpx3o/Dr2Kkx2aeu0XgKEMewNykPAW9YMQ2pbE3fT+DGnDmPThnR2HrwwqwQawqckHBYY0GmcMHHSTONG/yHqGsujsWlLp2MCxmsNV+1Zdd0IMmyX/fEqTLqylppt27s0cwKDwJkh4HkynnlubKcehZvLukpASUPRmL5s3B/zGDs8i8aSMZzbc+7dQauTf0reO2jVONvp1WFM9uwbIzp8me1c4h+uCH3ttMqneaScirrDCFvVfn0SJ80dmRYeglOC1YV35siM8YiADo8dBILAeSJgbDBGGCtW9dA4ZOEfn0xj0xnDxqRl6Y2Z+/BGyjO2G/vU12UrzxjM7rCp/Q+z2Wyb9nmPKGvTO0H93h36y141L5i2vgh5FAAAEABJREFUI/4gEASCQBAIAkFgDQIRcq4BJ1HXjoCJMGaxG0LLCKNscm67/Jt3RNm0joSXMyYIBIEgEASuHIHVFdLCf6ohOlqcAxhxBoEgEASCQBAIAkEgCASBIHAYBCLkPAyOKeU4CNBG9EV1W7C7Bh9ssv36yRYBhKBfWe7+eng5T9OkVUEgCASBW4rAO0/67dzmSVC8QSAIBIEgEASCwAEQ6DON2QcoLkUEgSCwLwLJdz0IbBJy9plI7OtpYWq97QiYDDs7ztlyn1xgOOsUuSedoecczvtVuHMmy4oJAieDgHu06WQalYacDQLGxs+p3nxB0ccWnbL5qmqcj4f4kJxzln1ArYJigkAQCAJB4BYjkK4fB4HmPdnHqSGlBoEgEAROGIFNQk4fWGk64W6kaWeOgHPqfIn3AdXPd1+Q1UlfQ/698scEgVNEoMdO9im2L2262Qg8rpr//kXvXfTQolM2D6vG+XiII0ceVe6YrRBIoiAQBIJAEAgCQSAIBIEgEAR2QWCTkHOXspI2CASBIHB1CKSmIBAEgkAQCAJBIAgEgSAQBIJAEAgCQeD8EdiyhxFybglUkgWBIBAEgkAQCAJBIAgEgSAQBIJAEDhFBNKmIBAEgkAQmM0i5MxdEASCQBAIAkEgCASBIHAqCDhHrumQbUpZQSAIBIEgEASCQBAIAmeOQIScZ36B070gEAT2QsCZr017FXDzMqXFQSAIBIGDINBjJ3ufAp1j3LRP/uQJAkEgCNxEBIyZTTex/WlzEAgCQeA6Eejx88ERcm57GZIuCASB24RAaxGxb1O/09cgEASCwGURMG42Xbas5A8CQSAI3BYEetxk35Y+n3Y/07ogEARuEgLGzjlFyHmTLlvaGgSCQBAIAkEgCASBIBAETgCBNCEIBIEgEASCQBAIAqeGQIScp3ZF0p4gEASCQBA4BwTShyAQBIJAEAgCQSAIXDUCc02mqpRdVkwQCAJB4HYhECHn7breJ9TbNCUILEXgaSr06YpG87TlQWXFBIEgEASCQBAIAkEgCASBILACgT7TmL0iSYKDwHUgkDqDwNUgECHn1eDctbx2Obxw3qXsZyy6DvP+VelfFf190eOKtjX75tu2fOmetf7es+gTiv59Ucz+CJzCvbZr6z+1MvxNkfvzIWUzD6u/v17Qx5QdEwSCQBAIAkEgCASB80MgPQoCQSAIBIEgEAQujUCEnJeGcOsCnrNSPqbI1oEvLfuDi67DPF9VSlPuKct+kaJtzb75ti1fuo+vvy8o+qii/1b01EUxuyNwKvfari1/2SHDiy3cL7ewWR3GHQoCQeCWIZDuBoEgEASCQBAIAkEgCASBIBAE1iGwScj54MrcVM5bYwhTCNw+pXr8PkWHMC84KeR5Jv54Z7N/M4BACEuzcwiKc4HAsvtzETW3buq99s/mrb/n7+/usWbLwhZRJ2/12Mk++camgUEgCASBIBAEgkAQCAJBIAgEgSBwIxBII1cgsEnISeuwaUURZxn8NtWr/1z04UWfVXQI8+NVyBOKmL+sv28pirkTgcbknyr4h4p+syjmbgQ23Z838V4zFj3v0FXX/8nK/9xFbX64HTfE7rGTfUOanGYGgSAQBIJAEAgCQeAcEEgfgkAQCAJB4DYiQLBwG/t9HX3+h6rUNuJ/Xfa9ih5ZFHMnAg8t79MXPUPRaxTF7IfATbzXnMHaQk7C7a+orr9FkWemrNmv1t9XF12VIZhsuqo6U08QCAJB4OoQOF5NPXayj1dLSg4CQSAInBcCxsym8+pZehMEgkAQOD4CPX4+6NSEnM6KpD35iMKAJtd3lf1pRS9V1OYpykHLkkDsv5R7uu37JSrsk4rELzv3kvDs4RX/nUU/WPS1RT5281RlP0vRRxfdu6jNk5fDB0/QO5d7NK9QHltRv7lsWmY/UDbhzDuUPcXWttsPqvCPKPJhnX9bdptXKod+Iu3Xx/tV2JcXfX/RZxb5kExZdxmYadeXVMz3FP1o0aOLPrFoik0F3WX+RYV8QJE8jy3704veoGhXA7/3qEyfU6TN31C2G+3ly97WvEwldB6njzO5JuWdG1gKd03/0zxkNoOT8vX5v1bY/YumX+DeN18VdWH+XbncR/B1fdX1cRX2ukWjef7ywFwbtd91qaA7zJuXzzX+jLLfsKiNtNtcw23vz3X3WtdJS/Jty+MZelTZzov93LI/sOgZi6bmsvfopufas6FOWrzvWg4fxuqw/1d+Yf+77KsyD6yKXEdUzpggEASCQBDYEgHjZtOWWZIsCASBIHDrEehxk33rwQgAQSAIBIEdETB2zokQaMe88+TH+CO0osHlHExCwlerSl6/iFDrJ8omRCtr9qz157xMgqePLPdrFY3mTctD4CWewK68F+aLykVQ9X5lE+S9etlvX+RjNwSnynpI+YWXdWEItRABlkACIgLYx5XnY4verOhViwhQ71s2Ia04AsTyzs3T1D8B14eU/YCi+xS1sf1YP9F7VaA2EnASdGoTwdP3VngLfco5N29c/79X9GVFhEAEb69c7jcpUsevlK1/ZS012vTfK8aWfHles9wfWkQATNhbzq3MS1cq5Xxh2e9bpM1vVbab7MfKdr3K2mjesVK4djAar92/rHCCYdeUIBFGP1lhytdn+BFs26bt/qioudk3n8yejQ8rx/8oct3h6/qqi8CbcJWAnNZpJZkR0MJcGwlf3cPCmwjLfXDKNdY/AkZxu1xDuG5zf7quq+41dRKw/0g5vr7IM0SLkhDd+bME6r9Q4QSyZV0Y/dZ2BP9t79FtnusXrlrUX9bss+uPsF0+Y0B5Z9pkEYE7FASCQBAIAueNgMXjpvPuaXoXBIJAELg5CKSlQSAIBIEbgQBBzqk01FbU1iCjufWL1bA/LmL+ef0R3JS1t3nLyvnuRW3+pBy/XPTEIoawyjZf7lXU8c9eCQhgy7owNNAuPOV4uSJCsrJ2MoSEtOammWjnEfA98xBBkDhqL07bQCOUZiVNwSHbHc4XucP3JA9h2us8ybvSZXv5d1fsCxUx2vBHHAsiECZAJiRbBF3Kci98fpWgb2XdYfRlFea75lPOp1bpo6C6vHcYAmRamQJpBf9fjgVNhYQE5+6xRfSMkJF7l2vY9598y2hTvDzuF219RZ4VRFBMY3X6AaNOvss9us1z/b+qYIsIBKiE3OWd/VX9CSN0J4gtb0wQCAJBIAjcAgQsFDbdoO6mqUEgCASBIBAEgkAQCALXjcCpCDmfqYB48aI2tCEJrAhbCIdopf1FR+5pj1vQaao5649gTh0EKd9W5X5fkW3SNBnLeWHeu1zIluJyzrTF1tnHl4e2pTII8162/H9W1Gass8O2tb+xEtI4Jewt59zQZqV1N/fUH2Hi35ZNE5NQVTztRduOK3huCI5pxc09K/4+r8L/Q5H+l3Vh9PnCs8JhG7nrJ9oXsWm0OneUoBbOwhGtDPah6PerINqmtCwJVss7N60hOfcs+dsmH0EywWxn96EompmEfsrn7zj3qnuXQJ7wsMNdewLF9tMwbvc/lsMRB2XNdrmGrs8296dyVxGBofu14/9bORwHQRuXBnJ554ZQ2Fb2uWfF36Z71H0Bm84Oq2XP9e9WAlq5BMYtqP3tRZjr61krb8yNRiCNDwJBIAgEgSAQBIJAEAgCQSAIBIEgcEQETkXIOdXKoyVJWKfrtqk6z49giH9fGjXyaGK2JhuBJUHKt1fBNMpsabc9vrxzo17b2ZEt6gKlI8Bx3uRXVgABF0GbLdvfVP42z9eOTfYk3hb4t64wwkraguW8MM9x4ZrNCIa0wzb2n6pwwiCCxqlwal07bIWnmWfrNUHcE6qcNq5Du1fZhKMdZ9u87en8tusrkxvZkvzUHAcgxxq8SpVjCzsBdQsMK2hGwErrlXtK2+aD/aj9+v5V0NcV/XoRoSDhcznnxjPUGq/i5oH1534bz92EbQXPDWFlC8N3uYbuu23uz3klK/7ebQh3nMHbld+W/J8p+z8W/VJRm3XXf5t79Cqe625r7CAQBIJAEAgCQSAIBIEgEASCwI1AII0MAkHgOAgQ0Byn5N1K/YNK7mzJsuaGxheNO1utffhlHnjJv1Fw+a+qLFp3BHK0M2mtVdBOhsBJPuck2gZPo9H2ZtqcXRDNynZvayvXVvFO/7Pl+D9FbQg1200AS/PtuSqAsIqw0/mXveW3gudmVTvU5QzEeaL6oxVK2FvOuSHoW3dMAKHlKHR1ZuVXVc6m8dzRCp6tE7aK35bcF78zJKZR217XxBb69o/2tvmcWdn5bEEfhZfCCbIJtblR9+uR5XHUQllz46xWjhetPx8mKmtuxvIuew3nBW75BxcfL+rktqSP/dD2UWAs/bjFvvO5b7a5R6/iue42xQ4CQSAIBIEgEATOB4H0JAgEgf0QsHuuab8SkisIBIEgcIMR2CTk7DOR2Mfupo+ZENh1PQQsNAxteabt1uH72j7k8/2TzLZU0z4kSBwFW5NkS73O+PzDilEm7Tpahc5xtO23gg9q/mYobdRSpO36qIoj8KNp+LBy22b9AWXva0ZNTmUsE3IJRwR3Y3tsTX6nimh6hXKPxsd3Rv+h3H89KWhs0yTqDu+qfLald0Jnt45CZuF/X380Zsuam2eb/89msCM8X3hnPuakz6MWJ6HmKEg8xjXs+qf22C9x48ICP2oNU27UfeNeR6vu0WM/1+vadN1xxs2m625L6j87BNKhIBAEgkAQCAJBIAjchUDznuy7IhMQBIJAEDh3BDYJOQkXm46NBQ1C27+d80cQ1PVpo0F6+iGXjqe51+51tjJtv/X1a+f9jWmdzUmrbQxb5/bVZ0LFew2JfrXcP1pE8FnWQc2obTcW/A3lGc/o9LEWW+a1o6L2MoRyY8apIHCMmwr/fq0inWe6jHx5/X9W/DHM3fhsV8uqfLb9dwlP2Y7BJkQd77vxjM5RS5PG8GtWvlHISSj+pxXW5hjXsMue2mO/xC3r23SL+dg3eVbRKiz3fa5X1XOTwnvsZN+kdqetQSAIBIEgEASCQBAIAkEgCASBm4NAWhoEFggQIC6cJ2H9XLXCeYjPU/ZnFo2CkxYUjdqelWQ21TSbaqtJ00TQqVwaiISDBJMd95LleO6iqfFBoang520qUQu5CBZfpvw0QX10x1bt8h7d+KDQGwy10Cb1QRnb5V93CF/n1K8pfgS4nUffUPun9m9VgC3OZc3NV9f/G60gGn1j2kp2suY3hpYRVLpfhqDZi5UHdmXNzXgfTbes63ef/yrxKAQ9xDVcdn+qZxmN/RLvXmGPNIbZln4Iof02z/XYhriDQBAIAkEgCASBIBAEDohAigoCQSAIBIEgcBsQOBUhp4+0EGK24MhZfjQufRClr4PzH7lpwT2RY0E+lkJY5NzJT6mw+xUtMy9XgX2+J2Hbt5XfB43KujBdx7gVmdbeKy9ScHPS/GQjW35/mqNI+4+xXb2KvsvoS7dH5HfXX/cFlzAAABAASURBVGvq2YZf3o1Gex9TqZzpWdaM8HbMSzglfBXR5By1Yt+jEroWZd1hnCM6FabekeDEPOPHdzTNuTaNNeG2c0+FN43nvf5RBf5QURuYdl7nezrPs+P2vYab7s8uf2rL97tDoCMXXmrwE9J7DjvoJ9uxp73Lc71nFckWBIJAEDgIAikkCASBIBAEgkAQCAJBIAgEgRuOwKkIOZ3l+C2Fpa9Xf3LZvgD90LJpV5Y1N73VmXbnz89D7vmjQUnQZlvtVGh5T4p7/m15d76nMyx9oOd9Ktg5mmXNjXMWbbfmccYlu+l7yuHcTpqL5ZyNmns+KvNZFai8Hyj79YquwoxtUB9BnK9+w+87BGxJL1Lp9Av20y37D6+4TcY5oJ3GR4hgLMzHj3yIicDPWZWuZ6c7ddtX4X34qtvpjFHX/xEVQPA7CgK/q8LGczjLOxu1NfmbplvV972Gm+7Prm+Z/WlDoPNAXZ9vrbBHFxF4j8cVON+1gpm9aJfneq8KkikIBIEgEATODgH8WtPZdS4dCgJBIAgEgSAQBILA6SNwc1t4KkJO28ih+Jz19xFFX1xEk7M14GyZ9YGgCp6bqcDsaSqUVmJZM8I69pTUob+2qRPCfW4lIKAsa25ogUrDQ6g5fkiF9h6BTWt6EoLRypMW+dCP8kYtSOHHJBqtzr7sOggrCSXhR4Ouw7ex4TLdkk07cZWwbixTv50D2mG2zBMif1IFfFiR7e/KR+W9EYbA+0OrpX0/lHO+Rf0dykGoXtbc0Ip0n849w59zZWkLD0Fz5xTPfa/hpvtzXtmKv8+r8McXtfHs3Kc8PpI03jeEoT9W4Zcxjd+2z/Vl6jp0XosGTYcuO+UFgSAQBM4ZgR472fv00znGTfvkT54gEASCwPEROHwNxsymw5eeEoNAEAgC541Aj58PPhXBEy1NQszebj3CT8OMdqQt7B3+leUghBrTO6tT+CtUHCFVWbNRUEnb8pcFTsj2YhqgQOkowifae3/cAQubNh/nj9TffYsIX8u6MDRKCYxs4xb4t/4WZIv96Kd5uoiarXLPFr/xXMwxrTYQqC2SzS31wPLT5757/sZ6R0xgSJt1xJFgikbnvSvrKMgd6x3d0r9Kpf2YomUfKSLsIzD14aFKstaM5Y5ufRr7MMYpcMTHtW/8982nTBi4lx5XHn0o68LoJ4wJvqdb2yVyT43b0oX9Wf05r7OsO8w+13DT/bmu3+JcL/f7iJtG6af+EHh6JoQ1jZiP7o4fy+r4XZ/rLusU7NYiYp9Ce9KGIBAEgsBNQcC4+aBqLLusmCAQBIJAENgCAWNm0xbJkyQIBIEgEAQGBHr8fNCpCDkJ0961GugjLy9f9hsWsZ3lSGg4bk+vqLmhzfm05XIG5quXLa/zOP984b5X2c9c1Ob7yuEszectmwDPx3n+Tbl9bIjWmm3w5b0wtvDSQKMh+VoVypannHNj67KyaIO+foX4WBI/oezTl9/ZlC9cdhtCWG3ULtuEv6Qjyn5I0dMVyaOMct5hnN0oThraDR35J+XwoSbnXcLA2aHSwJKQ6hkqnv9rym7j4gvXRhh+dEXI7yvgtC6lf7sKc35jWRdmXRsJSZ1TqcxnrxyvUUQw7YNM+uzDO7ZCV/Bas6qOddgp0AePaCQ2Ri0Q3TefMpGzVmnnul6OTtAn11k/YTwK9qQfyXWRz/WGgXuRcHJMw73PNZRv3f25qd8Ene4D7XLEgOfB8+Z5cs/6Iro6Rlp1bTrNsnt0n+e6yzt3O/0LAkEgCASBIBAEgkAQCAJBIAgEgSAQBA6IwKkIObtLhDOPn81mzjm0pZb2W8ctswlrfqYifriIoK2suaHJR9gpfh4w/NG2fGz5Cd2cwbksTUXPjbhfLJezNtlTQah6nEFp+/B4TqJ+/EXlo+VY1oXh166pAFECGpbyEAzxjyRMnDRjeLudeQmDH68AdZc101YadcvyCKeNKB3id64kDVWakMKWkbK0Q3uWxQuj3eqcx+8tDyGhPOXc2ki/rI512CmcYFM+6fib+FdhLs2qfOKaYEqLV5/G69zxq2zXWd2Eoa7HqnTCd72G8qy7Pzf1W35EQ9rz4HnTXmGraNW1kd49AX9p+EeCn/K3fa7HvHEHgSAQBIJAEAgCQSAIBIEgsB0CFBmatstxEqnSiCAQBILAYRA4NSHnYXqVUoJAEAgCQSAIBIEgEASCwLkgkH4EgSAQBLZDwK6/pu1yJFUQCAJB4IwQiJDzjC5muhIEgkAQuK0IpN9BIAgEgSAQBIJAEAgCQSAIBIEgcLsRiJDzdlz/9DIIBIEgEASCQBAIAkEgCASBIBAEgkAQOH8E0sMgcGsR2CTkfHAh01TOmCAQBIJAENgSgR472VtmSbIgEASCQBAIAkHg+AikhiAQBIJAEAgCQeAcEdgk5OxDi9nn2P/0KQgEgSBwLASMm03HqiPlBoHjIJBSg0AQCAJBIAgEgSAQBIJAEAgCNwyBTULOG9adNDcIXA0CqeXsEWjhJPvsO5sOBoEgEAQOiIBxs+mAxaaoIBAEgsBZI9DjJvusO5rOBYGbiEDafPIIGDvnFCHnyV+rNDAIBIFrQKC/Ssm+hupTZRAIAkHgxiJg3Gy6sZ1Iw4NAENgJgSS+PAI9brIvX1pKCAJBIAjcLgSMnXOKkPN2Xfj0NggEgSAQBIJAELhyBFLhDgg4x7hph2xJGgSCQBAIAkEgCASBIHDbEYiQ87bfAel/EDgFBNKGIBAEgkAQCAL3IDDfalROdlkxQSAIBIEgEASCQBAIAmeFwBE7EyHnEcFN0UEgCASBIBAEgkAQCAJBIAgEgSAQBHZBIGmDQBAIAkFgPwQi5NwPt+QKAkEgCASBIBAEgkAQuB4EUmsQCAJBIAgEgSAQBIJAELgLgQg574IkAUEgCASBm45A2h8EgkAQCAJBIAgEgSBwCxHoM43Zt7D76XIQCAK3HYFNQk7nITWdD1bpSRAIAkHg+Aj02Mk+fm2pIQgEgSAQBIJAEAgCQeC2I4DvbLrtWDyp/3EFgSBwaxDYJOR8YCHRVM6YIBAEgkAQ2BKBHjvZW2ZJsiAQBIJAEAgCV49AagwCQSAIBIEgEASCwDkgsEnIeQ59TB+CQBAIAkEgCFwGgeQNAkEgCASBIBAEgkAQCAJBIAgEgRNHIELOE79AN6N5aWUQCAJBIAgEgSAQBIJAEAgCQSAIBIEgcP4IpIdB4HQRiJDzdK9NWhYEgkAQCAJBIAgEgduGQJ8lx75tfU9/zwWB9CMIBIEgEASCQBC4FgQi5LwW2FNpEAgCJ46AL1I2nXhT07wgcPMQSIvPGoEeO9n7dNQ5xk375E+eIBAEgsBNRMCY2XQT2582B4EgEASuE4EePx8cIed1XobUHQSWI5DQ60eABlHT9bcmLQgCQSAI3BwEeuxk35xWp6VBIAgEgetFwJjZdL0tSe1BIAhcNQKp7/II9Pj5oAg5Lw9mSggCQSAIBIEgEASCQBAIAkEgCASBoyCQQoNAEAgCQSAIbIdAhJzb4ZRUQSAIBIEgEASCQBA4TQTSqiAQBIJAEAgC9yBwoc10jzf/QSAIBIHbhUCEnLfreqe3QeBWIpBOB4EgEASCQBAIAkEgCASBW4BAn2nMvgXdTReDQBAIAnciQMh5Z0h8QSAIBIEgEASCQBAIAkEgCASBIBAEgsA5IpA+BYEgEATOFoEIOc/20qZjQSAIBIEgEASCQBAIArsjkBxBIAgEgSAQBIJAEAgCNxGBTULOB1enmsoZEwSCQBAIAlsi0GMne8ssNyRZmhkEgkAQCAJBIAgEgSAQBIJAEAgCQeDEENgk5MzBxXtcsGQJAkEgCBQCGT8LhJggEASCQBAIAkEgCASBIHDOCKRvQSAInA4Cm4Scp9PStCQIBIEgcHUIREB5dVinpiAQBM4LgYyf53U9D9GblBEEgsBmBDJ2bsYoKYJAEAgCqxC4GEMj5FwFUcKDQBC4zQj4ImXTbcYhfb8SBFJJEDgrBHrsZJ9Vx9KZIBAEgsARETBmNh2xmhQdBIJAEDhLBHr8fGCEnGd5fc+sU+lOEAgCQSAIBIEgcFsQcI5x023pc/oZBIJAEAgCQSAINAKxg8AlEIiQ8xLgJWsQCAJBIAgEgSAQBILAQRG42G500FJTWBA4IwTSlSAQBIJAEAgCQWA5AhFyLscloUEgCASBIBAEgsDNRCCtDgJBIAgEgSAQBIJAEAgCQeAWIhAh5y286OnybUcg/Q8CQSAIBIEgEASCQBAIAkEgCASBIBAEzh+B29XDCDlv1/VOb4NAEAgCQSAIBIEgEASCQBAIAkGgETgvu880Zp9Xz9KbIBAEgsAWCGwScuZcpC1ATJIgEASCwBIEMn4uASVBQSAI3DwE0uIgEASCQBC4MQiE/7wxlyoNDQJB4BgIbBJyPrAqbSpnTBAIAkEgCEwQWOXtsZO9Kk3Cg0AQCAJBIAgEgSAQBIJAEAgCQSAIBIEDILBJyHmAKlJEEAgCQSAIBIEgEASCQBAIAkEgCASBIHD+CKSHQSAIBIHrQyBCzuvDPjUHgSAQBIJAEAgCQSAI3DYE0t8gEASCQBAIAkEgCASBoyAQIedRYE2hQSAIBIEgsC8CyRcEgsCtRiDnyd3qy5/OB4EgEASCQBAIAkFgfwQi5Nwfu+vKmXqDQBA4PgK+SNl0/NpSQxAIAkHgfBDosZO9T6+cY9y0T/7kCQJBIAjcRASMmU03sf1p8/EQSMlBIAhsRqDHzwdHyLkZrKQIAkHg9iEQTaLbd83T4yAQBA6DQMbPw+CYUrZGIAmDwFkgkLHzLC5jOhEEgsA1IXAxhkbIeU1XINUGgSAQBIJAELgSBFJJEAgCQSAIBIEgEASCQBAIAkHgFiAQIectuMjp4noEEhsEgkAQCAJBIAgEgSAQBIJAEDgDBC60mc6gL+lCEDgKAin0vBGIkHO36/tVlfyJRV9SdKrmJrTxVLFLu4JAEAgCQSAIBIEgEAQuh8C/quz/uijmMAhcNZ67tPqU27ZLP84pbZ9pzD6nft2Wvvyz6ujzFj1lUczNRyCymWu4hqcq5PzywuK7d6B3q7RXYZ6xKnnyonsVnaq5CW3cFrvnrIQPL/rvRX9Z9KdFP1T0n4qepigmCASBIBAEgsAVI5DqzhyBN63+/UTRY4pOlU+upp2secNq2Z8V/UHRvYtOzbxQNehbiswzvrHsVyraxvzLSvQFRfJ9V9lvXXQV5pTxPOW2XcW1SR3LEXhUBT++6B2KYnZH4Icry28WfWdRzM1H4JxkMzfmapwq8/ZWheDr7UCvUGljzgsBTOevVpfer+ili56+iHD51cr+tKIvKhqNleQHVAC6SgHoddVbXT1Rk2YFgSAQBIJAELi5CLxwNf3li1676FT55GratZlNfM/zV8sat+co96mZN6sGEWSbZ7xluf9r0ZMVbTL3rwTvWSTf65f9H4sOYU4Zz1Nu2yGwTxnHQeB1q9iXLXq0uJ42AAAQAElEQVTRopi7EXjjCvrYIuNIWXeZf7MIoeyzcN5Ka9P4cytBOdlOn1jDmglZ1awHV0RTOa/MvEfV9IET+rvyMz9Sf9O4qcCrksTcYAQwm5hOavr/q/rx4UWEnm9Q9mcX/W3RMxSN5t+W5xMXhMEu55WY66r3SjqXSi6FQI+d7EsVlMxBIAgEgSAQBE4EgU18Dy1JO7I+q9pL67GskzbPVa17k6J15ikq8r2KRmNL6ejf133KeJ5y2/bF+1rypdIgMCDw/uU2N3jvspeZj6nAryn6qKLbbDaNP7cZm/R9AwKbhJzXdXDx11W7CbNG+psKY366/sZwbirxFRxzJgjQosB06o4Bnubm48qDWSbgfoFyW1EvKyYInCwC1zV+niwgaVgQCAJBYAkCCTovBH6/uvMuRR9U9MdFp2r+vhr2O0UMDU32KrI1/Vkq8h+Lfr7oKs0p43nKbbvKa5S6gsAhEXAsxjtVgRR+yooJAkFgVwQ2CTm3Le9VK+GnFhE42mpezms3trDb6vy51ZKPLvr3Rc7TKWupsaXmvhXzKUWfWWR1BUNTzpXmFSuGEM5q9buWe9Uh67Y8YfYI7yrZTNs+shyb8lWSuaHuf79yfXoRgR/mUVh5dzZPWzmcoUNI+PnlZlvBXoeN++Q+ldbK0ueUbfVJG7QJvX2FPV3R+xZZnXrmspcZGpYfUBGbtvi0mn4lnTmThD3SE8rzP4oY2p6um+1H/Mj2I+1CXZZ+ux/eWYIi297h78xPW48q6MK8XLloj4r7wnK7VrZdlPPCbFvvRYZy2G7v+fj4cqv73ctedx2vGvdqTswCgRMSUC5aFCsIBIEgcDMQuKrxE9+Ct/Kexufh446J0JSPcM4W/gfv+5+rYls0y7rL7JuvC5J/G75N/fCQtvNObWfkSeNcyjHukHyP9r5PFY6euuxlBu+DR9uGr1XeyL9ti/uyesew/1eeLyti3qj+nrtolVG/OGcNEuxxryLtdQ3w1+v47G35SOXBEjWeudar0L/Z4Vc1djZKVz1/33c+vG++7uc2441j0cxhPevP1BknNiUb81hj1xhlW7V3wSdVoN2lxjXzzacq/2jIDeTtbejPU5H86G3K3eY1y0Gpx1y1nHcZY8I2Y0xnvCx+XQ7bfB9G+se/63i8zVy4x0ayG3Ug83w4IXP7F6lA77JuR3nvMN51MPx3d4Te43nWslxrY6rdo+W9w2xzv3SGEVvX5cMqwj3gOAJYlXelMZ77rox2qnNMSKakfQ+rQLIXaY7N41RVN95cjKGEKJftjRvdx2BcVDfMN1SBV/f18apsYtxgvmJF84+Qyg3ykEqDMfmpsl+8aGpsj//FCvyKIsItN9Lnlfu3it62aGr+RQW4gX+87E8oMuDpM8Hbq5R/anwox03qgZNO2/5LJdqUz+CoHT9XaW39+dCylfWlZf/PIoOotpRzK/PqlcoK9HeUbSC29Yb96PL/TJHBt6w7jAfKAfzfWqEfV0SQ6cHVBm1CX1vhBgwPIWb/Q8q/zMCKcI9AfFl8h/16O8rWxmUDUEXNzUvWv+tG2FzOufE1Qe1CPfhh6N0PX1wpXO8fKBv+7l9CzPLOvGx+shyIsFuctK6VMMLvip6bbeudJ64/L6NfKNvzYTKkbveQ60joOe3jdeBezYtZIOAealoExQoCQSAIBIEtEOixk71F8r2SmFT6KCHeynsan4dXeom9Stsu08hHEA7gG/E/eF/v8e+pYvAd0/f5vvmquNkufJvJEjweWRmXnU1usveIipNG+8t5FL5HfykYINsN1dO0D1+rvObftHtb3LvOdTYhJ2Gn+RD8lqV9qQps3p7QsrwrzS7Xa1s+Uv9hiRpPbXUdc61XXoobGWHMbDp2B8xxrnr+bg7rvt11Pnx3vtnM3Mxcyrx61fx7l/Hm2Qpwc1hjDTlAee8yxnnzWHZHkhtY+PAusLBBgcV83djyS5VofCcRwHhHtCziZSqeH9Ha/OflZz6i/sw5yVbKeYfZZYzpjPvi1/lH23sERubTu47H286Fe2ykXNV1k0HACZnbv1ZFuJfg3HhW0Ny4lt51MCSzmAcOf3gG11p+Y39H7XK/dJ7G1nX3wSgyDm4KYd4dnW5qu9bfVIFw1E7H8pV3bgi8f6VcxnyCXLIXaXyrhPCzomJWINDj5wPHC7si7dpgqx4EbdNzaWg1uvHXZj5S5H+rcql4/1PZhF+EnJ9cbuc4ejB9EdFNXEFzQ4uRFgDh6B9WCBVxwjoahNLR6KzgO4yH1A2sTPXZRi0BDUaD7RQPccjDCptt82Feun7b9B9ahRCM2V6jDoMo/Ct4o3E9vr9S2QaufoMxAacvt8HqBSvusUXiy7owBg9ajLb1EFISCHqZdAKTDILY364AgtKyZv+h/rSvrAtjtYI2qAD9Yq8iDCwBs3irOK5Za8EKG+nXyuN4A20v59x8X/27Lkify3thTD4MGu59xxzoy/9ZxDoImjaDoxG+ssK8ZAxS+qY/XnpWzytqtku9r1wZvr2IZrABisaJQYugVbmEniZJleTCXAfuF5XHEQSCQBAIAkHgmhDw3m1a1QSTyRb4dBqCz215os6zj42PwGd4pxOsWvT9o0VBtExMUBbeO6xd8+3Kt/lSuAqfqv58WKesO0wv2hPq4f1EHovvUfYywv/ty9fuit+y+qdh+DvCaeEEh+rgHokwiN8CfKfln9Ku12sXPnJaV671FJH4d0Hguufvu86Hu2+75ttlvPnlqoQiUFkzWpnskcgEzEmFfZu/BRFEmuOaDxO8EnqZY5tb0w4351wknRFqmZv2++KvKoIfkUU8sfzrzK5jzLSsXfGb5h/9xspd3oO7zIV7bHzMUKFvssAJmduTDXQ0WU672T1X5/Y9D3N+7ibvPe4frL8R813ul8p6hyGTIdD+iwr93iLXdiy7gi6MuT8ZVX94igCT/EgCmq54CguVlPMcpUKWRVmPhuv0myTyhJYgML3oS5KsDSI0XKVJ6MuUazMfIdLN4mZWNCEkSb9V1wdUAHViAw4JOO3ACpo9ef01Q0yoScCF+SJwwjyT/hNEVbK7DOHY81YoplGdVnbKO7PiukwjUhzaNp8t1ISp8hj4tM0D5Ga3wkG7Uhw/9XnudUTQa0D600pE/Z0gksDSFh3bx2Hj4TGxqCRzQztTO3hgRjhHMPrSFfC7RYzVKysMBIVWV4TRiDQQczd5Mdhaxv/V/taQQcFEoT829TqV1kTCKtd0tebPKs6KoAlPOeeGJqnrggw088Dhz3W38uYetcrSOFuBca94KanfaoxVN9eTYFgRnXaXeh0xYEDTB9eRsNj94p40aCmXJmo/S9eFu3aEgsC5I5D+BYEgcNoIeO82rWopPmhZnPf6svBDh9HCwC/iSQjHHEPkQ4nqwXuyl9Eu+Xbl2+zKMbFS77JJ+tuJKDJBxLuVc3YsvkfZU8JPNg+1L1+7C37T+lf5e3JpB810skxwjl+WlxIEXpl7Ge16vXbhI6f15VpPEYl/FwROYf6+7Xx42q9t8+0z3vT81HZoWpZj3cYGgidhnY7bXPHe5aAQRGnlM8ptzGj5gvlw5zPumZtSXKpkM0JCfmSeLWwd7TrGLCtrW/yW5Z2G7TIe7zIX7rHR3LjrJGuAEzK3t+jUQukWWnZa177dhIbm8cv8PpLX4fJc9v1EOGvbubK8O36sC5/YlNbILgQTcH4wx4LwMH2/kJ1QbiPLsnD5fJWGIlhZMZsQuKyQ8y/XVHAdh403Y+mmJwUfm0co2Np+ve3EeQ4GeukMUn/AsSCHi9v+NAr9FlFzLT6CNwLDDiO0ajchWbtH282/Lh/hYKcnteeGsVUhK+/8SBgtQ24DjBufexVZWTDIiqea3RqX/MgX3BbC3JkzI4UhDyobtbYqNyYPg8Xd+HFTDSeg5H5HfwM1c21Q+tEhfJXT6grVbdvEpXGv0o4wOFsVa4GguF1JOw2203y2jnuBwHeMcwYorU9h4zXi30SE5X2/UbX/6yGDa9rtoBHSwurrxH1oXpxBIAgEgSAQBE4Sgel7uht5VbynSQmhV9dr4febF551fMK2+fbh2/6h6nckTlkzi+8mWdwIX4G4xwn6MfgedSyjQ/C12+K3rP5VYSa6zc9PBQ3On6el9b8rsx02ZS01+1yvpQVtGZhrvSVQSbYUgVXjp8RXMYbuMh/WpqZd8u0z3pgfmuOqr+et3IhwjW2nIa1CbmQe1/IF/qZR23PdO6HTb7IPMcaswW9e/a7t3HY83mcuPG/Qhj9jtyTm2aOG46jJKX4UglKII1MQ3vm597lf5GvyjniL8tgVXNZKQ8HMbk4JpgJOYS1H4W7ZDTey86DvT/7QGgT6Iq9JsjbK1lurwNNE1LB7K8w07ph+Ky/KpzVH63FKtpOLb2GSLdr8aJf2EqJaZZCvabzxCKw6fLQ35ev2yWNAYFPHbu0A/iZCyV6x7/503NTusoT3FhfukZy5ye+Q3D5wmcq1MOTsC3aTg4a5f8/fgv6kbNuyy5p5GRDAcjsKoAcYAlVh2xDmm3bEm1di55+WNXNtDURU/vn3oV5dW5f32StS3QTIhKv6UEEz2q7sbanvSemtJE3vSas04lBfx+vGXVtCQSAIBIEgEAROFYFVAqdV4Yfuh4XYaZkmv8JGXo5/pG3z7cu3NY/1FFWpCVdZc4Mn43D0kC153FM6FN8zLbf93afL8LXb4td1bmPbieSIImlp8rSiQvObs9lshnduQah0U+q+CZeWPaVlfPY0zS7+XOtd0EraEYHrnr/vMh8e271Lvn4mdxlvHAfnnFJ1EnIaA7jtRKTJye25WyZoMj+kPEWZ6a0rIY28suZG3Nxxib/ujyL2HWN2wU89m2jb8XifufCmusW3kNJOVQt7wlwD7zLjeu8wbRmE+HY7XsDipDDU+O5yv8jXRBnMjs32L7O9XxxpII52JiEx90iUu/pd4zg+Ow1W7VwZ88U9QeCyQk4POQGQ1Yr/uyjbTWML9J8v/FdptZDIDU6QNaUXWzSGBh3nKOQctTjF7Uo0P62syrcLrqvyPb+CikYhYnnvMI2xA3bviJh4GhfB4wPN3zQKbbs8H8rpFQkHuVK/x/w56Nl1l3c6wDljQjghqPuA2xfReoAfNQjEbUMGMWd5qLM1IZVN+LlN/mmavv7TcH5l0ha1lcsHotRtm/x024K029CIPY3c6T1p23yX0/fNqeDe7YodBIJAEFiJQCKCwDUg4GxEu3csrqrekTImDz4ayH8d5Dxv9fa7nHsbWpZv5B124dssgDffOG5Zf9tFQxyR03zUImh2aL5ntuJ3SL52rGIZfmP8Nm4TSelcO8ddcdP46cm5s+eFraJ9r9eq8rYJz7XeBqXbmcYuxKZlCJza/F0bV82Hxa2jVfn2HW96nkqr0Y5CdVNIodHNTcjJbnK+qcU17yJCRFupnRt56HfRscaYVfh1/3a1l43HY9u3nQtvUy+BYMspWghtfwX9mAAAEABJREFUq7i8do32zgbH7JFtGN8JGsWb37Ob9r1fOv862UKnGXehOjqvw0fb+5mQnEa1NL7lYgeu8d4Re2PauNcg4GKviZ71mUjs2YofrU0PP003D7ozKVyMFcmPGkxVWAW2pmNSVpEbRjqDPBs5UJh9KtRCY6vxq9rk5hfXAwr3MjKAdfj4gHUYu8vi7vKoTDdz7cM/BnYaq7bmu3cIA23vlqeJwLtXIHrLejPahIZWDzvtrrbBqsuUd6rGLewyhNFXhy0BBMhWgBxZ4IwVB1LvU3bfk/JSUV91TxIgf4dERaeGezUpZg8EjJtNe2RPli0QsMrubOReRNkiy9IkhypnaeEJDAJB4CgIWFS1cwbZheJd3bzTUSq8wkL35dtMtHz0QlOd+21nDp7GefHCegLPjY7B9yh3GfW1OQRfu6z8y4RZXO7z08wRaAY5A06ZBBfLdq2Ja9r3enX+fexc631Qux15mvdkr+rxKc3fV7XxMuH7jjfmgbQA1U2bc7Qpco1nIppT28Fowc05isYJx8L5hoWvd8t7KLqOMeZQbd9nLrxN3eQ4Fu6kJbwkm+it6hZCnXlKAQ2PTzmKdq13ovRTIee+94uyltGyMG2l8SmOPMB9wz0lAk0LbBShHDEg/jXqz67WaHUWENsYN8O6dLT3mtalE2cLDOkz93XRbywqtppiVXYV2QYtqY8NsVFL8LlPgbov45mXY7sIlX1ESVg/ANzLqMsSt6q8DjcQtWDTqogt21YTHl6ZCa9tx/K1M2eC2n5t8KioC+PF0Az2fSrUSpjV8HLOpsy1sF3JoNV5YNDu0d50X49pR7cPFmFsf6kC3Q/OYvLxKdohGOAKXmuW1Ttib3Vv1T0JM9ip4BRx167Qbgj02MneLefhUzusmpAd8+aepOljlfPjqyrPaFk30mAojeO7HDeyrKOHKmdZ2QkLAkHguAjg+Qh8jlvL1ZZunO4amz9rf9sdPvJt4prXsnhNI6Qn6hagp2PlMfgebVhG3adu9zQNnm5bvnaa9xD+L14U4gNEvqhOgUOQbYXsddR9k2ZV/zp8er3kaVrGR3bcMvuGXuvZdV/rZVje1rBTmL8fA/t+Jvu5m9ax6h50ZBiFHelpwFPgIiDj7+eNGzkLEnH7EN2rl8OY+gll93hSzpVml+e9+6OwVX3q8HVjjPxXTWPbt50LT9u4CqsWVhJevlpl6uP11OPe9qG9Cp7Zpo64yTIoanE3dRsbww5ve9X90vHb2PiUd6qE5mBlzXxjZJXQkkzNea/a856VmAIUofoHljtmCwRW3TBbZD3JJK1tR4rfjNK6ho7CwWXSdDf0qptvXbmHiCNoU46zPZYJId6jIjGwZc1orrJXUeMi3go1eyRaUN3/n6oID2FZMysebFvZP6wc1L0JS+DrQ00G0Qq+y9CAFEg79qvK4WxOK1DOlijvRkPrgFr5soTdJnFW19moBYTcVj/Yu1JvSXeAdJ93qgzPCU0R7iltqvdXhgz3HdzrnN3Hq8Z9XZsSd3MRcMyDBQrCeh8W8wybxDkCguYT7ept782rRgFDYqGhF0qm9fez/pzTiB39q8rx4Y4HVFnIKn05Y4LAkRFI8UFgNtuXb4Pdz9Zfnw1mJ42JegXNHL1josTddAy+p8ue2ofka6dlH8IPnz4D3wch8H6OQcDHbir/MtdrEx+5ru5c63XoJO42I3CZ8cbORdiRJRA0mSfT9KOQIrypx0/+6bciVs1jpe1nvnlPYZvoMmPMprKPHb/PXFibGifuVVjR1jROS+MDv3h1gur+YDBNW3G2sfvOBncLRrmbLnO/dBnb2BZlLTx6F5OTOF+VIH1VXjKZL6pI/Sxr5rxRdmgDAl7gG5LcqGhMiZuBpNtgQxuvO0BV+eXKQzhHiFbOmYk/1d9Z/azA+KCNvISHzpEk5Sdlr+grNw9d1Eiz0Mr7iy/8tvncr9xWicqaOSB51G4UNiVaiMoQTj36o8phEChr5oxN26RbiEegIBy1Sr6t6gRuhKkeMurWX1oJnKux7IB96vzNYFvVqqQz9dMi4N5En1EJrKg4v5KQWZ9dFxqO/eIx8I397jM5KusMU+8ra15O9xKwJfXKimvf/bIFjvbbqq3xm+q1vd8Apgm+2mkFZnzutJPg2dYGadB14a7uk6c0cCcEPKMmbu5jL1TbO41ztJSNMZ5rixBWFncq+IoSv3/V41wp43M57zIfUyHGBGNaOfc2q8pxEPknVqlofJ9UUEwQCAJB4GgI7Mu3dYNa4+g1K6DPn++wCrowx+B7LgqfOLxzBB2Cr1XOoYmAc7oYT6gxLnqvqvMy12sTH7mqzg7v65pr3YjEDgKz2WXGm0cXgH9ZxJg3s+1itMWfu6nHT37pyBq4LdA7l5N7GfUzT0vv3pXAvNB8t5wrzWXGmJWFXlHEPnNhTWucuHtu/6zlobVZ1tzYUepjQTzGQDbtTfIg7hZyEiT2mZbLhJyXuV/UswvZSUd5Qh7nlbZyGL+dsnZ9CudHlFO67RRThN062rXDHqpd85xyekJJ50Vqo63Uv14OW6+FE7A5oJZGYn+AqKJnbjIaiSb6BJqYHCsC31yRbirucl65IXx1k6vYWUpWa61MUF/2MFhV8vD7CJA0m8hDI790BKSYNqsJBp5W7XawukFcGoTZI7Dk9mU5GoYGY1t4CEmsbtkqukwAqI3yNTUT1v51tu3xVjc+tBIRRFM3/7tye+kQypZzJq5XXfifUH/SljV7y/qDjY8HEZKUdyvziEUqwlH5rZq5b95iEb7M2qbe+1dGwiTCWoJ495jraaBSvus8atJdF+7VzJgzQgAj0Ocxuf9oYNPYtvXO8+kZcp6lexLzdBO7/gXVaAJagtxy7m0OVc7eDUjGIBAELhAwbjVdBN5Cxz58W8OEn3FeWfvxw33mZIexpWMfmu9R5pQOzddOyz+Ef7rF1Pty23L3vV7b8JHr2uAa5lqvQ+j849LDuxG4zHhDLtAKKl3ysnmsObPnVxpza/NOcgfb3c2bhS+jFspZ8KE8ZF5oJyX/svQdtu8Y0/mv0951LqytsJ3O7c3PHScivmkqtByVoChNmc93Wt/coCDW/rYvc790GbvYFLoo5MnjbGznb3ITblJ+IiPQbhqpbHM68hAyA+lCGxC4SUJOknrdMfCwV5GzMEj73dRe+rYx0tx8xspgok8DsQ99raCZw11t2/QQSU+LkzDKjeRraSbQ0iHag+xVbej4tqVF7d81n1UhZMBUjq2TNBqtLpnUW/UhwBXXtKou55DSBiUo1DfX3kqIlQ7CQh++6UPWuyx1U8WHC2EhwbFVElteCZP1xyC+7HBlL4NuC8Hst3ahW9gGLxq3f7BIq61IOwiqbV39nEXcaGmv6y4MTuzf8VfUbSnnbHTzN9nOq1798qKhxcWtLm2SjjYce6R19UpncvEi5SC8JKwlwHUtWrtCn2iSVZK5Ud514D6vPH9zBGgPNs0DjvjnGfqgKv8Li2j02kpezksbZ4G2xrZn+weXlIix+uAKR2XNjY9VaA8Nbkd2WBiyVYKWN43QeaLFH01p44GzPY0J7t0XXcQts4xhxudPqkhl0tYmePVMVNCFMdbQWDd+C3RkBz+y/V4YMh7RjnYOD7+VWmOV59X4JmxKGAiLQ8rquGk5FpEsPFjQ6TQ0vOVBts1YHIJTn9XU6UZbX7XPWDKGxx0EzhmBHjvZ+/TT2NW0T/5Jnp29zW963+M7uoCRdxjd0/hp3Ogf3Zvy7cO3dZn4Rjto2o/3bfdoH4PvGfs4utXrHYG0j987Ab+2DV8r/bS8MWxZnPgp4euEtc3d9Lhy/HQRQyhM8MA9Uudru+Muc71gsi//Cstc674KN9s2Zjbd5J70GDp9RvoZnYZ3Xzu+7Wn4rvk8V8gzoqxtxhvpkDHTFnVuSkItkOJvoqhiCzQZgjCLRfhWx6nhEXsO6l0ivolQDs/c7xc8sDZ2fd3/aX/3HWNWldft6fi2O3yZPaYZ3Z22w9ru8F3nwp3P9Vs1NnYaQuVWSoN1C5E7fhRYP7ICHaFX1l1GXci1ELnN/dL9nF4r+ZtWpaEwRoApHcUTNoW7H+EoMnd42bIp4nkX0RCeyn0qOmZAoMfPBxMcDeEn7XShCSpb0r2usV9fkSayJuSESTQQaQCa9L5bxRmUyrowGBrnTUpPHZjwUF0k6bQKO6HJtUk9gWCHjbbBzfbj6crvvvmUTWKv7R40baRdqg7nOdDElGakdXVZYfIxIIIPk3T9JMQgzLAlZyyHu7EmfCHos12doMQAYXJvm6h0NGNbRZ8fEeb1Q227N8Gq8G3Iy8RqFWEP4QaBH0G1dvsQ0rhCM5ZnACA4tK3UNbfqQVAtjUHB9dXfVVprXi7qhbX7Bi7chCa0XN0TfbaVMpvW1dtp3EfvUB59oD2nfYRB2qRP7tmKnpvrwn1eef7mCLQWEXsecKQ/9xdtaV9jdM7uQ6oeRz2438t5KUNIpwCrgZ5B7rvp7hBb3LXHi94HeQj+ub04jI+d4w3L4VlStrM9CQ4JLjFhhJ4WCirJhXFfG4OMNVZ0leml7hm10DL2Ge60TT2HCjAG8CMLPF74wj2vNFEJYvmdgWTRxYfSCBeFTUnbMJfsjpuWY2y0tX9cfHDWj/oRwazrBSfjoee4y2rbNiR91T6C4w6PHQTOHQHPb9NN7KtnFp/lucYXdB828RHy4RPwLZ2HvW8+eY2Zu/Bt8jQ54kd79IMws8NHW/+Mf95FxttD8D2b+rsrX7upvFW4j/0c3cZtuKw62wx/Jr6PWxrzctvdI94iFv9I+16vdXzkpv6rP9caCjefetxk3+Te4MWMoXjasR/r5qjSHXsebd61aR6tHciWYnM2837zSUoBwqdkbmx+bjwxhjruzLwY/2wnpsV3u/fGfISb5tHi8LfaZV7eadbhNB1jKNGY2xq78ZxdxmivK0+6VbiLm9Km8WjdeDydC5tT6Lt31HQu3PWuGxs7DSU2Y7JrBQu7TDuObY4Ca/ck3l3YKhrfT9q26X7ZhK16VqWxq9b10271SAtfihtkVo5ZFO+e4vbNEGlCqxEwds7pJgk5CcwIvwwMq7t2Z4wBicCAqm9L5e9McadPejeXwWi+CnVn9Izkn5ozpnASNfcS5FmNnnuGv33zDUXMPAhWinwRbAyfujfVJT3tTR9d0k/CSGHLyKAnXN3sKRn0hVmdmV6XFuiJp9XJ3oesghFCE5ysa2uXrR0GN9d8KgT+m0rkGpe11rj27huCl77WynX/wXdZZvGr6h3TS+eIAO0jIOqVpzHNKeA+tifu4yFA2GcBZ6zBZJOG4xi2qxuzRUNUPkdveOa5dyECSIJH972vFBoHrJAqg/a7c26c5UuISgMVw0Yz3oIHhsLigLRNBJFPXR5CXRNuwlQMmWfCQo7Vy4qeGyvmzjPq84/UzY8sunQ75omHPyuiVtAFLZuAWi1v7Uwrv9ItI+MjzWtbkTreyhS2BBMAABAASURBVKr6kfN+CFvF0fqkzco9koUofmOIVXvuUBAIAjcDAbwcXmDa2nV8hLHMeLlMo2PffF2/Mdy4tIlv6/Tsbo+6+deRvh6S71HnJn7LuL4NX6vd68rrfi7DXd5ltOo6SWvMFs/mn5LwdfHS73u9VvGR6/qvvsZAOv51dNuu9TosEnccBDyLxtBp6eZQ1zmPNu/aNI+et3nx51nR3lU85yLZ3LKN2hg6KlKRC9jNOE+w5M/zao6rXbDpJNzqNdZ02NTuMcZ3HDbNjzeVp53Lrte0zvZr96rxvcci90Cnn9rSmAuTuej7srnwmEf6VWNjpyMngtmqel2HXfro/aRtm+6XTdhq37o0rqN2u9ekbRJGwOv6jvdUx8fegMBNEnJu6Eqij4AAQZxiCSdM+GlivXUF2PrqPAsrx+WdETqwR3rPhYdwOSsPCzC2tIL7lkCdQTIag8u6QZNkWfi2YeOK8KYX9LoyTaqtZPoqIeGr7XvSO4+XMBNDZ3XRWUS0I2ks+jCZND4GZBsiN6IR6kxfWy8IQZ1HQyu+BbrO9rVqLq0xhdY05o/fmUX8yAe8hK2iXlSBgRXyMZ0xq+vodGN8u60KW6jRhw4z7qkfEfoS8vZCyjt2osFuIau2Y36HqDiDQBAIAjcWgTQ8CASB00ZgrslUTWSXFRMEgkAQuF0IRMh5u673rr21tZ+Qw31CK+lTqgBaTLauU6W2akLY0V8kq+i5of1FkMFjS7sVGO7QdggE9+1wOodUq1YVbem4TP8c19H5LTS0exfbaqhteVMBHc3TV1kUZAu31dGFd2ZF0pjAT8tzbIfwZQseo0bldJuncnal8SMMxq0xPwElP8EvzUzufcnKvrrkJ7ylPTubzXhntizZOsTzVf5CQSAIBIEgEASCQBC4AgT6TGP2FVSXKoJAEAgCp4UA4dVptSitOSUEHPTrXLk3qEYRZvjqpIOYnc3nsFwCCdqdFX2HIRxxpgVNLefjPSkyrm0QCO7boHQeaZxHuawnq8KXpV0WZutJhzvrpt272D7QRlNzmoeGZIf5QJBt7SP1dnBpRiEnP7K92xkzr1MemuGj1qq4Cr6UccQFTXOFEHLSOOW2fZ8mJ/ehFl+cz6k871Kan9yotThtIbL1XlgoCASBIBAEgkAQCAJBIAjcLgTS2yBwxQiYmF1xlanuhiFAM4uww2qgw3ppGdr+YHLf5+VNu+RcPB8VcebeH0wj498KgeC+FUw3PpGPaPmITW97di6N8yppTV+mc87J7fwWI9q9i+0eXJZ+FFx6xm03H2lc+BjfMQ79JrzVV+dm2vJNM/yyfV3Wxt6Kru+vtEhA+OpMUF5CTvZlyXlyzshTzrhlnXBVGAHnqnOLxIeCQBAIAkHgliOQ7geBIBAEgkAQCAKHQ2CcgC4rlcZe07L4hAWBIBAEgsByBHrsZC9PcU+or3jb2o1oXTqvct1h4/fkWv/vmIlO4czMdh/Cpqnd5XxkOSxoLCPnbX5HxTPO5nSGJYGuMzF9ddIXbn2w6Bja3r747jgNdbfAsW0fPnKQt7hDkAUf5fi6pi3q8G5BcAtbxYf2QyC5gkAQCAJBIAgEgSAQBIJAEAgCWyGwSchJY69pqwKTKAgEgatEIHWdMAI9drK3aSYNx1Xak9vkH9P4Kt/vLQLerGznaJZ1EOM4hS6INqajKZbR11aiFjQ6wxNV0Oy96+/Viz6kyAeLHINRzrVm07tqmvkvKqDP+nQOJy3SN6owZl/B46o20Ar15URl0+ZsYeoTKoCmblkxQSAIBIEgEASCQBAIAkEgCASByyKQ/JsQWDVp25Qv8UEgCASBc0aAYLLppvbzIYuGG+c/t9y0RMu6y7xGhbx/0bbmV4aE9x3c65wvM0Tawj14Z882eibuFpKO54BOkqz0Ej6K/Nf156NHzvukIUv4WkFbma5f4lVt8JGo1lgdhZzqUZ+8oSBwmxDosZN9m/qdvgaBIHAKCNzcNhgzm25uL9LyIBAEgsD1INDj54NMfq+nCak1CASBIHC6CDiDtul0W7m+ZT4S9kuLJD7y85PlfqciW6qdVUmz8ZHl/4EiW8vL2sr8dqX6xiLmvervA4vGd8kzlP9di2xFL2tuWquUx9b2/hjQG1eAcznLWmr+cBHqA2j3Lrd6XrLsbcyjK9FfFjHqZD+m/ladJVxRd5muX4SPCenbs5bnmYpG48gB/uetv+cqYvbVGJU3FASOhsAVFNxjJ/sKqksVQSAIBIGzQMCY2XQWHUongkAQCAJXiECPnw80YbzCelNVEAgCQeCkETinxtlC/ebVIR/HKWtmy/pXleMXin6ryBmZb1E245xK9rZ0/0r4Z0VPUfSZRT6u4wM8v1ruPy2yfX3U8iRctH27oma2qP9+OX63yJbyf1n2KvNdi4gnK/v7itTzU2Xzl7XWODu0hbGdcFfBozY3fm9ZhRB6ovcr92geVR5HBJQ1N8781M65J39BIAjshIBzjJt2ypjEQSAIBIEgEASCQBAIArcbgR2FnLcbrPQ+CASBIHDDEPjlau8rFn1i0c8VEXz+U9kM92PL4czKcbt6b9EmJKzopebXK/RFir6u6O+KnqroxYtesIihNfoxHAsi+HzTcrfA0Bby5yz/zxe9VtHvFDFP9DfQt5T7s4q6zeohHO1t4JvaSpu10zqnc7pVvoqem3Xl0ALtc0h9QEmGbi83kn8UoI5u8aEgEAS2R+Biu9H2WZIyCASBIBAEjoNASg0CQSAI3CwEIuS8WdcrrQ0CQSAI7IoAAdxHVSZCyKcpmyASPW25bQGfbhd/mwq/V9GmLezOonyHSqdM27RfqtwvWuTsz1co++uLRvMT5Xnpomcv0pZnLvvFin646IWKfByINmg5Lwzh5geVT5xzPZU/no25qa0/Wnm1T39sM6cJWkF3mXXl0MiE1/NXrpcvUs6XlT01vTVem/s80Gma+INAEDg3BNKfIBAEgkAQCAJBIAgEgZNBIELOw10KWk1/W8WhcRJeQVdqnHVH4OAjG1dacSoLAkHg5BGgnUkrkSbmP6xoLQ1PW69bA3JFsotgQj3ndP6PCrEV3hhYznvMkn/bvWmV0u7s6L8vx18XrTJ/UxE/XaR87Svn3HBvaqt+SjPVEp0XsPjbVI4+/malfXzRnxRNje3zziEV/kP1B4+yYoJAELgFCDgGxPjimI5turuKT1tVzqrwbepKmiAQBIJAELhZCJyKTOFmoba6tf+qouwgK2svc9n8e1WaTJdD4NSFnLY7fnd10bls/6XsJy/axtynEjnrTV5fuLXFsYKOapwr99RVA+Iu50ZzjAS0okzGv/MYhafMIBAEgkAQuAsBH3Gy/V4EgQQ7FASCwM1FwPP88Gq+84ppaVuUsYDxnyqMdnhZF+YZy4U/pTFezo1mFZ+2qpxV4RsrSoIgEARuJQJ9pjH7OgD4pKrUHHwdvWylua1mU7/JEcgTEPem9IlfjcAbVpRvCPxB2XavlbWTuWz+nSpL4sMhsEnIed3nItli+XrV3dcv+siidynaZGxrtFXwjSuhvG9ftq2QZZ2F0a+PrZ7ApKy7TGuRYtDvikxAEAgCV4bAdY+fV9bRVDRrLU5ao9Pt/4EnCASBm4XAK1VzfUTNB8YcsYGvJMB8tQr/tKIvKrqMCZ+2Fr1EXhMCtJUeUHWjqSC/gmNuEALXzX86ZsgcfB298CXw3DQXvkTRyXpmCDhqquVdz7FH3y6bf48qk+UQCPRFX1XWAyuiqZzXbt5nixa8c6Vx1lxZF8bWoAvPDXf4QIiVufde0Q/ar4S8BMQrkiQ4CASBK0Cgx072FVSXKq4RgR+pugk+3rPsvyo6nknJQSAIHBMBR0/816rAkT/O8P3wchN6vkHZn13kOI5nKPsyJnzaZdBL3mMh8G+rYB8pRCb25Y0JApdC4Acqt483LiO7NCt6L7NpLrxXocl0lgj4gOmXV898xJRmcTl3MpfNv1NlSXw4BDYJOQ9X0+VK8oVgJVhRfzmOFUSY+b6LOOfDLZy3yvqC6u07FWHSy7pdJr0NAkEgCFwDAp9edRJwZqt6ARETBG4wArSLnmvRfovFNDcfV36Tow8s+wWK7l90GRM+7TLoJW8QCAI3BQFHczireBktO9/8pvQr7TwxBNY05/crzk5g2sV/XO5dzWXz71pf0h8IgUMJOV+12vOpRVa536rsQ5uvrwKtqJc1ey9/K+h1K9xKZFmzz/e3hmzLsJXduSE0cExSaYEuO7+TZqhtS+IVacuSFQHnNVHFF7aOXqEiMce9pbG8dxjxyv/cCv3oon9fND2D4xUr7H5Fz1PEWGXlR28jYEGvWba6tLGcF+a1y+UBx8CXc6ZORwDoh3atO5DXh4xojn5GZUQfULZ6m160/DFBIAgEgSAQBIJAELgqBPBJ+JovrArxTvtsRausd5jeSi7Q+ebskZ5Qnm0X0Z2n9m6VHk828kmr+LRKurPBu9nl9LDK+TlF6toWhylfiG+0UwhfaNEGvlXk3Dx3/f/nIry1OpqXrKC7zGX4a+eP4s3NJ9SHr7+rgkXALvUsssz24Wfxy5t49Fn9pnOFZ6kwfDLe/uPKPSppmH+9ZYXB+pPLNnd6irLXmW3bMb2u8q3j92kt37cqfrOiNtqm7Wh8Jjo+9nkgcOz5+zYoWTgyr6SktExL3pmIxvnXqsJ6LtxHspkTu0fROBeupBfG/b/N8/t0lUO6dXP9aZpjj1fVpJ0MrOwU8E70LRN+Y00X4tgVfTSn/xcdONgvXm7ju+e/nBfGmCLctRL46vVH49s7xzuOTKKCVhr1GuM+vlIY82j2ju/ECp6bKb7eSdK3vMXRMbR49eGZ5jnu/tNG95N7Qqxx2TsSeScLGwlG6zDblF9Z+qI+siQLo4SqwsRNadrHXe6haVnxr0FgvPHXJFsb5UZzGPuHVSo33jeUbcWmrIMZX9Yl6FTgO9SfG66su4y2CPyx+lvHhNp+RDLvo0RW5D1sH1p5vqzol4peomg0zvT0gH1xBb5HEfV7D5D6MA4VtNIQgsLnMyuFM1Jom5ZzbvSD5g8tAeV7AB9SMY8q+qkig01ZcyMvdWtfXBPwkvXHj2ht/vPyMx9Rf+pyPcp5YRyWjwmGn+ujTgOgfvDD61UuUj/J4cXyi+X9vKIPWZABR71NyqiomCAQBIJAEAgCNwmBtPUEEcDvNK1qHgGXjwLha/BleKefq8RT/q2CdjK/PqS2qG77+hC0tRNP9k2VGt+IJ7Plvbxzs4pPm0fu8GdS/yuVnhANr0ZIoC7niRJ+VtRa03zhf6hUX12EV3XmO56OtulPV9izFVkIxxuboMJEHeLeruKm5jL8NYELfhNvbj6hvu+pCvCa0+uwaz1VzAxGyt+Wn92FR1f+OFcgyP6FCtR2vL1J9E+WH+bPWvb3F31jEazdD+ZOtIVN4iv4DrNrO9ThudiW3zef+IqqkeZyWXPjmB1tRy30mUfk72wQMId93cODAAAQAElEQVT1zJsvet7cg+aDV91BAjLzSgIzY8tY/0uV59FF7mffovBecE/2/PhlKo4fjXPhCp7t+tz8u8pkLm7M9k5ZNtcf0xx7vKrmbG0oaBlTvqNyWFDRfvIJfspJFTw38NJHY2ALiucRiz/vAtfgoQt/W8YU4cYU49YPVoSze71z4GVcfesKW2YIEY2F7i8LV8Y8ymX/sxIb48exfcRXH6bXwPvIApg+ELpWEXcZZbqf2CKNy96RqBXhhG+L2ar8XQYs8R7uQbIkWH1pReofoedUmDz2cZd7qIqM2QWBywo5vYxdwFFwp34MkQvHfSjyECnLyvI7ckzIKjMNSMFuOPYqMqCT5mOQCfrckJiqf6oMyvEglPMu40EUB7fHVyzB4P8pe5WxavvIirQ6a/XfmU7qqKC58YEKW8uFYTAwQlZ0nfnkIXBeiYdQYsyy9K3e/0cVyI+s2Dyx/NsYjJbrow55MVXyPXP9ebmN19JKjcHRKq8tB16IhLKtVVtZZh7kb+cInSECt7dLtFmabi8K6XkQCAJBYHcEeuxk7557NiNgaVqV3wL1OGGRjuATT8q9L5ms/dYiM54SH7ZOa3GR9A4LH4WnMykXYXKIv+I+FNGMwX/5QIxFcZqXeEiL5Hi2ZRpRq+qmBYuvdp6wM93xttLS4PvRcmg7XhQf+HXl/79FJm4Eoeov74W5DH/9fVUK7UcTRn3D51bQjIYMgS5306717MPP4pG35dG7XWxzBcJZ1+gnKoAA+X+XzeDxhb1GeXzxF0/tnivv7DXrjwCgrDvMvu3Ylt//tarNdX1s2W1cC/UiwpMOj31cBIyZTces6Srn75v64Vn55kWi/1i256Csmbm2Mcbz9LsVYL7ec+EeG4xZ7lE0nQsL2/f53TTX1ybPyLHGq+ruTsazTtOVLMAYQzP7E6oEXxR/9rIPZSwm0vL8iyrQtfnWso1t5ByU0V6s/KN55fKQEcDJ4pt3jcUmwkvvSUJPAvZKdoeB77Jr4PjCn1+kpPG/cF5Y3lPe2wK+zd8aOgRmZDy0YlVj4Y9wmAD3dypA/wg9V/Ek+rjLPVRFXqG5uVX1+PlgA8hlukEQh9FZVsbLLwu8RNiPV96+sTFz5b3DuMncMH9eoQa2slYaW+vvXbEvW+QBI8izetE3IgHtlHGrpHPz5PVvBVn/rDBZoaiguwzm24OtHAJO9TUjIzHml9CTmyaplVLbgKyMUAsn+LQSb9VcGoP325aDcLWsGW1VftRphG9DGFhbduTVBise8lmtsBWAG8HEPWJQ0X4DjoHzg0UuyMqbQW7hjRUEzgIBq8VNZ9GhdCIIBIEgcEUI9NjJPl"/>
          <p:cNvSpPr/>
          <p:nvPr/>
        </p:nvSpPr>
        <p:spPr>
          <a:xfrm>
            <a:off x="609600" y="2057400"/>
            <a:ext cx="4222750" cy="1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812800" y="1143976"/>
            <a:ext cx="2590800" cy="508055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16000" y="1447800"/>
            <a:ext cx="21844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11" marR="0" lvl="0" indent="-22861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Organization</a:t>
            </a:r>
            <a:endParaRPr sz="1600" dirty="0"/>
          </a:p>
          <a:p>
            <a:pPr marL="228611" marR="0" lvl="0" indent="-1397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“Factors or practices associated with the Company’s strategy and vision to generate sustainable innovations“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Strategy</a:t>
            </a:r>
            <a:endParaRPr sz="1600" dirty="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</a:t>
            </a:r>
            <a:endParaRPr sz="1600" dirty="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Financial</a:t>
            </a:r>
            <a:endParaRPr sz="1600" dirty="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Industrial property</a:t>
            </a:r>
            <a:endParaRPr sz="1600" dirty="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Improvement</a:t>
            </a:r>
            <a:endParaRPr sz="1600" dirty="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R&amp;D</a:t>
            </a:r>
            <a:endParaRPr sz="1600" dirty="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Sustainable Procurement</a:t>
            </a:r>
            <a:endParaRPr sz="1600" dirty="0"/>
          </a:p>
        </p:txBody>
      </p:sp>
      <p:sp>
        <p:nvSpPr>
          <p:cNvPr id="88" name="Google Shape;88;p1"/>
          <p:cNvSpPr/>
          <p:nvPr/>
        </p:nvSpPr>
        <p:spPr>
          <a:xfrm>
            <a:off x="3536950" y="1143976"/>
            <a:ext cx="2590800" cy="508055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40150" y="1447800"/>
            <a:ext cx="2184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Innovation Process</a:t>
            </a:r>
            <a:endParaRPr sz="1600"/>
          </a:p>
          <a:p>
            <a:pPr marL="228611" marR="0" lvl="0" indent="-1397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“Factors or practices associated with the innovation capability of the Company”“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Creativity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Integration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Management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Portfolio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Organization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methodologies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tools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Circularity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 innovation</a:t>
            </a:r>
            <a:endParaRPr sz="1600"/>
          </a:p>
          <a:p>
            <a:pPr marL="190510" marR="0" lvl="0" indent="-1016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6330950" y="1143976"/>
            <a:ext cx="2590800" cy="508055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534150" y="1447800"/>
            <a:ext cx="2184400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Team</a:t>
            </a:r>
            <a:endParaRPr sz="1600"/>
          </a:p>
          <a:p>
            <a:pPr marL="228611" marR="0" lvl="0" indent="-1397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“Factors associated with the human management of Company members and leaders“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Innovation Motivation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Skills management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capitalization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Leadership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Capital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9124950" y="1143976"/>
            <a:ext cx="2590800" cy="5080553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328150" y="1447800"/>
            <a:ext cx="21844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External</a:t>
            </a:r>
            <a:endParaRPr sz="1600"/>
          </a:p>
          <a:p>
            <a:pPr marL="228611" marR="0" lvl="0" indent="-1397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“Factors associated with the environment in which the Company is located“</a:t>
            </a:r>
            <a:endParaRPr sz="16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Innovation network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 supervision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Regulatory pressure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Regulatory support</a:t>
            </a:r>
            <a:endParaRPr sz="1600"/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 analysis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114</Words>
  <Application>Microsoft Macintosh PowerPoint</Application>
  <PresentationFormat>Grand écran</PresentationFormat>
  <Paragraphs>43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 Gálvez</dc:creator>
  <cp:lastModifiedBy>Fabio Cruz Sanchez</cp:lastModifiedBy>
  <cp:revision>1</cp:revision>
  <cp:lastPrinted>2025-11-04T16:40:23Z</cp:lastPrinted>
  <dcterms:created xsi:type="dcterms:W3CDTF">2025-10-31T14:31:47Z</dcterms:created>
  <dcterms:modified xsi:type="dcterms:W3CDTF">2025-11-04T22:01:54Z</dcterms:modified>
</cp:coreProperties>
</file>